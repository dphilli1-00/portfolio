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1"/>
  </p:notesMasterIdLst>
  <p:sldIdLst>
    <p:sldId id="256" r:id="rId2"/>
    <p:sldId id="277" r:id="rId3"/>
    <p:sldId id="278" r:id="rId4"/>
    <p:sldId id="279" r:id="rId5"/>
    <p:sldId id="280" r:id="rId6"/>
    <p:sldId id="281" r:id="rId7"/>
    <p:sldId id="282" r:id="rId8"/>
    <p:sldId id="283" r:id="rId9"/>
    <p:sldId id="284" r:id="rId1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28"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788B"/>
    <a:srgbClr val="F0F0F0"/>
    <a:srgbClr val="7E00C8"/>
    <a:srgbClr val="FDF9FF"/>
    <a:srgbClr val="0A0B2B"/>
    <a:srgbClr val="7300BF"/>
    <a:srgbClr val="2D0068"/>
    <a:srgbClr val="C20CA9"/>
    <a:srgbClr val="D500A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45E911-0795-461B-B98F-C49F183DE8DD}" v="35" dt="2026-03-16T19:04:40.5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7" autoAdjust="0"/>
    <p:restoredTop sz="94660"/>
  </p:normalViewPr>
  <p:slideViewPr>
    <p:cSldViewPr snapToGrid="0">
      <p:cViewPr varScale="1">
        <p:scale>
          <a:sx n="174" d="100"/>
          <a:sy n="174" d="100"/>
        </p:scale>
        <p:origin x="72" y="82"/>
      </p:cViewPr>
      <p:guideLst>
        <p:guide orient="horz" pos="828"/>
        <p:guide pos="2880"/>
      </p:guideLst>
    </p:cSldViewPr>
  </p:slideViewPr>
  <p:notesTextViewPr>
    <p:cViewPr>
      <p:scale>
        <a:sx n="1" d="1"/>
        <a:sy n="1" d="1"/>
      </p:scale>
      <p:origin x="0" y="0"/>
    </p:cViewPr>
  </p:notesTextViewPr>
  <p:gridSpacing cx="1828800" cy="18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a Phillips" userId="95b51ed8-0e00-4b2e-bce2-548d1f45efff" providerId="ADAL" clId="{84B05A5A-36F2-4096-8A60-0C04BF2F9C49}"/>
    <pc:docChg chg="undo custSel addSld delSld modSld">
      <pc:chgData name="Dana Phillips" userId="95b51ed8-0e00-4b2e-bce2-548d1f45efff" providerId="ADAL" clId="{84B05A5A-36F2-4096-8A60-0C04BF2F9C49}" dt="2026-03-16T19:04:40.572" v="769"/>
      <pc:docMkLst>
        <pc:docMk/>
      </pc:docMkLst>
      <pc:sldChg chg="modSp">
        <pc:chgData name="Dana Phillips" userId="95b51ed8-0e00-4b2e-bce2-548d1f45efff" providerId="ADAL" clId="{84B05A5A-36F2-4096-8A60-0C04BF2F9C49}" dt="2026-03-16T14:16:00.389" v="8"/>
        <pc:sldMkLst>
          <pc:docMk/>
          <pc:sldMk cId="950034729" sldId="256"/>
        </pc:sldMkLst>
        <pc:spChg chg="mod">
          <ac:chgData name="Dana Phillips" userId="95b51ed8-0e00-4b2e-bce2-548d1f45efff" providerId="ADAL" clId="{84B05A5A-36F2-4096-8A60-0C04BF2F9C49}" dt="2026-03-16T14:15:41.348" v="7"/>
          <ac:spMkLst>
            <pc:docMk/>
            <pc:sldMk cId="950034729" sldId="256"/>
            <ac:spMk id="2" creationId="{3337D1BD-8409-4CE9-8F88-ABFE65C9A6E4}"/>
          </ac:spMkLst>
        </pc:spChg>
        <pc:spChg chg="mod">
          <ac:chgData name="Dana Phillips" userId="95b51ed8-0e00-4b2e-bce2-548d1f45efff" providerId="ADAL" clId="{84B05A5A-36F2-4096-8A60-0C04BF2F9C49}" dt="2026-03-16T14:16:00.389" v="8"/>
          <ac:spMkLst>
            <pc:docMk/>
            <pc:sldMk cId="950034729" sldId="256"/>
            <ac:spMk id="3" creationId="{02C6C9D2-3B49-8C25-7FB4-A0575BA6D051}"/>
          </ac:spMkLst>
        </pc:spChg>
      </pc:sldChg>
      <pc:sldChg chg="add del setBg">
        <pc:chgData name="Dana Phillips" userId="95b51ed8-0e00-4b2e-bce2-548d1f45efff" providerId="ADAL" clId="{84B05A5A-36F2-4096-8A60-0C04BF2F9C49}" dt="2026-03-16T14:16:47.787" v="10"/>
        <pc:sldMkLst>
          <pc:docMk/>
          <pc:sldMk cId="0" sldId="257"/>
        </pc:sldMkLst>
      </pc:sldChg>
      <pc:sldChg chg="del">
        <pc:chgData name="Dana Phillips" userId="95b51ed8-0e00-4b2e-bce2-548d1f45efff" providerId="ADAL" clId="{84B05A5A-36F2-4096-8A60-0C04BF2F9C49}" dt="2026-03-16T14:21:51.875" v="149" actId="47"/>
        <pc:sldMkLst>
          <pc:docMk/>
          <pc:sldMk cId="917237654" sldId="267"/>
        </pc:sldMkLst>
      </pc:sldChg>
      <pc:sldChg chg="del">
        <pc:chgData name="Dana Phillips" userId="95b51ed8-0e00-4b2e-bce2-548d1f45efff" providerId="ADAL" clId="{84B05A5A-36F2-4096-8A60-0C04BF2F9C49}" dt="2026-03-16T14:21:52.159" v="150" actId="47"/>
        <pc:sldMkLst>
          <pc:docMk/>
          <pc:sldMk cId="2947379804" sldId="270"/>
        </pc:sldMkLst>
      </pc:sldChg>
      <pc:sldChg chg="del">
        <pc:chgData name="Dana Phillips" userId="95b51ed8-0e00-4b2e-bce2-548d1f45efff" providerId="ADAL" clId="{84B05A5A-36F2-4096-8A60-0C04BF2F9C49}" dt="2026-03-16T14:21:53.110" v="154" actId="47"/>
        <pc:sldMkLst>
          <pc:docMk/>
          <pc:sldMk cId="2004487644" sldId="271"/>
        </pc:sldMkLst>
      </pc:sldChg>
      <pc:sldChg chg="del">
        <pc:chgData name="Dana Phillips" userId="95b51ed8-0e00-4b2e-bce2-548d1f45efff" providerId="ADAL" clId="{84B05A5A-36F2-4096-8A60-0C04BF2F9C49}" dt="2026-03-16T14:21:52.661" v="152" actId="47"/>
        <pc:sldMkLst>
          <pc:docMk/>
          <pc:sldMk cId="1278105845" sldId="272"/>
        </pc:sldMkLst>
      </pc:sldChg>
      <pc:sldChg chg="del">
        <pc:chgData name="Dana Phillips" userId="95b51ed8-0e00-4b2e-bce2-548d1f45efff" providerId="ADAL" clId="{84B05A5A-36F2-4096-8A60-0C04BF2F9C49}" dt="2026-03-16T14:21:52.897" v="153" actId="47"/>
        <pc:sldMkLst>
          <pc:docMk/>
          <pc:sldMk cId="133261126" sldId="273"/>
        </pc:sldMkLst>
      </pc:sldChg>
      <pc:sldChg chg="del">
        <pc:chgData name="Dana Phillips" userId="95b51ed8-0e00-4b2e-bce2-548d1f45efff" providerId="ADAL" clId="{84B05A5A-36F2-4096-8A60-0C04BF2F9C49}" dt="2026-03-16T14:21:52.418" v="151" actId="47"/>
        <pc:sldMkLst>
          <pc:docMk/>
          <pc:sldMk cId="3023276782" sldId="274"/>
        </pc:sldMkLst>
      </pc:sldChg>
      <pc:sldChg chg="del">
        <pc:chgData name="Dana Phillips" userId="95b51ed8-0e00-4b2e-bce2-548d1f45efff" providerId="ADAL" clId="{84B05A5A-36F2-4096-8A60-0C04BF2F9C49}" dt="2026-03-16T14:21:53.666" v="155" actId="47"/>
        <pc:sldMkLst>
          <pc:docMk/>
          <pc:sldMk cId="697010275" sldId="275"/>
        </pc:sldMkLst>
      </pc:sldChg>
      <pc:sldChg chg="addSp delSp modSp new del mod modClrScheme chgLayout">
        <pc:chgData name="Dana Phillips" userId="95b51ed8-0e00-4b2e-bce2-548d1f45efff" providerId="ADAL" clId="{84B05A5A-36F2-4096-8A60-0C04BF2F9C49}" dt="2026-03-16T14:21:51.426" v="148" actId="47"/>
        <pc:sldMkLst>
          <pc:docMk/>
          <pc:sldMk cId="2336865132" sldId="276"/>
        </pc:sldMkLst>
        <pc:spChg chg="del mod ord">
          <ac:chgData name="Dana Phillips" userId="95b51ed8-0e00-4b2e-bce2-548d1f45efff" providerId="ADAL" clId="{84B05A5A-36F2-4096-8A60-0C04BF2F9C49}" dt="2026-03-16T14:00:47.211" v="4" actId="700"/>
          <ac:spMkLst>
            <pc:docMk/>
            <pc:sldMk cId="2336865132" sldId="276"/>
            <ac:spMk id="2" creationId="{26C07C51-BC29-CDE3-06B9-B6E4536D565C}"/>
          </ac:spMkLst>
        </pc:spChg>
        <pc:spChg chg="mod ord">
          <ac:chgData name="Dana Phillips" userId="95b51ed8-0e00-4b2e-bce2-548d1f45efff" providerId="ADAL" clId="{84B05A5A-36F2-4096-8A60-0C04BF2F9C49}" dt="2026-03-16T14:00:47.211" v="4" actId="700"/>
          <ac:spMkLst>
            <pc:docMk/>
            <pc:sldMk cId="2336865132" sldId="276"/>
            <ac:spMk id="3" creationId="{50BCCF31-6257-02A6-8064-921C1D83AE1F}"/>
          </ac:spMkLst>
        </pc:spChg>
        <pc:spChg chg="del mod ord">
          <ac:chgData name="Dana Phillips" userId="95b51ed8-0e00-4b2e-bce2-548d1f45efff" providerId="ADAL" clId="{84B05A5A-36F2-4096-8A60-0C04BF2F9C49}" dt="2026-03-16T14:00:47.211" v="4" actId="700"/>
          <ac:spMkLst>
            <pc:docMk/>
            <pc:sldMk cId="2336865132" sldId="276"/>
            <ac:spMk id="4" creationId="{7FD07A1D-39D5-7011-FFF0-1E0218787CC6}"/>
          </ac:spMkLst>
        </pc:spChg>
        <pc:spChg chg="del mod ord">
          <ac:chgData name="Dana Phillips" userId="95b51ed8-0e00-4b2e-bce2-548d1f45efff" providerId="ADAL" clId="{84B05A5A-36F2-4096-8A60-0C04BF2F9C49}" dt="2026-03-16T14:00:47.211" v="4" actId="700"/>
          <ac:spMkLst>
            <pc:docMk/>
            <pc:sldMk cId="2336865132" sldId="276"/>
            <ac:spMk id="5" creationId="{44A059EB-6769-9848-601E-39EF2825D0EE}"/>
          </ac:spMkLst>
        </pc:spChg>
        <pc:spChg chg="add mod">
          <ac:chgData name="Dana Phillips" userId="95b51ed8-0e00-4b2e-bce2-548d1f45efff" providerId="ADAL" clId="{84B05A5A-36F2-4096-8A60-0C04BF2F9C49}" dt="2026-03-16T14:00:34.410" v="2" actId="27636"/>
          <ac:spMkLst>
            <pc:docMk/>
            <pc:sldMk cId="2336865132" sldId="276"/>
            <ac:spMk id="6" creationId="{7FC6C1A2-CA03-0986-1ACB-2D036094A177}"/>
          </ac:spMkLst>
        </pc:spChg>
        <pc:spChg chg="add">
          <ac:chgData name="Dana Phillips" userId="95b51ed8-0e00-4b2e-bce2-548d1f45efff" providerId="ADAL" clId="{84B05A5A-36F2-4096-8A60-0C04BF2F9C49}" dt="2026-03-16T14:00:34.279" v="1"/>
          <ac:spMkLst>
            <pc:docMk/>
            <pc:sldMk cId="2336865132" sldId="276"/>
            <ac:spMk id="7" creationId="{1083DA13-3EFB-181C-7255-1D5E4ECDBE85}"/>
          </ac:spMkLst>
        </pc:spChg>
        <pc:spChg chg="add mod">
          <ac:chgData name="Dana Phillips" userId="95b51ed8-0e00-4b2e-bce2-548d1f45efff" providerId="ADAL" clId="{84B05A5A-36F2-4096-8A60-0C04BF2F9C49}" dt="2026-03-16T14:00:34.410" v="2" actId="27636"/>
          <ac:spMkLst>
            <pc:docMk/>
            <pc:sldMk cId="2336865132" sldId="276"/>
            <ac:spMk id="8" creationId="{624D70B8-3D30-AB7C-3977-D281F85053A6}"/>
          </ac:spMkLst>
        </pc:spChg>
        <pc:spChg chg="add mod">
          <ac:chgData name="Dana Phillips" userId="95b51ed8-0e00-4b2e-bce2-548d1f45efff" providerId="ADAL" clId="{84B05A5A-36F2-4096-8A60-0C04BF2F9C49}" dt="2026-03-16T14:00:34.410" v="2" actId="27636"/>
          <ac:spMkLst>
            <pc:docMk/>
            <pc:sldMk cId="2336865132" sldId="276"/>
            <ac:spMk id="9" creationId="{2C2298C9-2DBD-5E00-B859-0C574CAE054F}"/>
          </ac:spMkLst>
        </pc:spChg>
        <pc:spChg chg="add mod">
          <ac:chgData name="Dana Phillips" userId="95b51ed8-0e00-4b2e-bce2-548d1f45efff" providerId="ADAL" clId="{84B05A5A-36F2-4096-8A60-0C04BF2F9C49}" dt="2026-03-16T14:00:34.410" v="2" actId="27636"/>
          <ac:spMkLst>
            <pc:docMk/>
            <pc:sldMk cId="2336865132" sldId="276"/>
            <ac:spMk id="10" creationId="{72549270-8BE4-B5A1-9F75-2B654152D934}"/>
          </ac:spMkLst>
        </pc:spChg>
        <pc:spChg chg="add">
          <ac:chgData name="Dana Phillips" userId="95b51ed8-0e00-4b2e-bce2-548d1f45efff" providerId="ADAL" clId="{84B05A5A-36F2-4096-8A60-0C04BF2F9C49}" dt="2026-03-16T14:00:34.279" v="1"/>
          <ac:spMkLst>
            <pc:docMk/>
            <pc:sldMk cId="2336865132" sldId="276"/>
            <ac:spMk id="11" creationId="{890B3CA4-E945-4271-2162-918BE1A2FF94}"/>
          </ac:spMkLst>
        </pc:spChg>
        <pc:spChg chg="add mod">
          <ac:chgData name="Dana Phillips" userId="95b51ed8-0e00-4b2e-bce2-548d1f45efff" providerId="ADAL" clId="{84B05A5A-36F2-4096-8A60-0C04BF2F9C49}" dt="2026-03-16T14:00:34.410" v="2" actId="27636"/>
          <ac:spMkLst>
            <pc:docMk/>
            <pc:sldMk cId="2336865132" sldId="276"/>
            <ac:spMk id="12" creationId="{567CEC0A-883A-BF63-18E6-C0C494049840}"/>
          </ac:spMkLst>
        </pc:spChg>
        <pc:spChg chg="add mod">
          <ac:chgData name="Dana Phillips" userId="95b51ed8-0e00-4b2e-bce2-548d1f45efff" providerId="ADAL" clId="{84B05A5A-36F2-4096-8A60-0C04BF2F9C49}" dt="2026-03-16T14:00:34.410" v="2" actId="27636"/>
          <ac:spMkLst>
            <pc:docMk/>
            <pc:sldMk cId="2336865132" sldId="276"/>
            <ac:spMk id="13" creationId="{578ECEED-6F73-B329-2638-B7BC11C75DD3}"/>
          </ac:spMkLst>
        </pc:spChg>
        <pc:spChg chg="add mod">
          <ac:chgData name="Dana Phillips" userId="95b51ed8-0e00-4b2e-bce2-548d1f45efff" providerId="ADAL" clId="{84B05A5A-36F2-4096-8A60-0C04BF2F9C49}" dt="2026-03-16T14:00:34.410" v="2" actId="27636"/>
          <ac:spMkLst>
            <pc:docMk/>
            <pc:sldMk cId="2336865132" sldId="276"/>
            <ac:spMk id="14" creationId="{A7185101-8D3F-C17F-22B7-DC04D5EE5362}"/>
          </ac:spMkLst>
        </pc:spChg>
        <pc:spChg chg="mod">
          <ac:chgData name="Dana Phillips" userId="95b51ed8-0e00-4b2e-bce2-548d1f45efff" providerId="ADAL" clId="{84B05A5A-36F2-4096-8A60-0C04BF2F9C49}" dt="2026-03-16T14:00:34.410" v="2" actId="27636"/>
          <ac:spMkLst>
            <pc:docMk/>
            <pc:sldMk cId="2336865132" sldId="276"/>
            <ac:spMk id="15" creationId="{FDEE32EC-7535-D8A5-A5EF-7AACF1D9F171}"/>
          </ac:spMkLst>
        </pc:spChg>
        <pc:spChg chg="add mod">
          <ac:chgData name="Dana Phillips" userId="95b51ed8-0e00-4b2e-bce2-548d1f45efff" providerId="ADAL" clId="{84B05A5A-36F2-4096-8A60-0C04BF2F9C49}" dt="2026-03-16T14:00:34.410" v="2" actId="27636"/>
          <ac:spMkLst>
            <pc:docMk/>
            <pc:sldMk cId="2336865132" sldId="276"/>
            <ac:spMk id="16" creationId="{948030A3-B8EB-48EA-3EF3-095130B498C1}"/>
          </ac:spMkLst>
        </pc:spChg>
        <pc:spChg chg="add mod ord">
          <ac:chgData name="Dana Phillips" userId="95b51ed8-0e00-4b2e-bce2-548d1f45efff" providerId="ADAL" clId="{84B05A5A-36F2-4096-8A60-0C04BF2F9C49}" dt="2026-03-16T14:00:47.211" v="4" actId="700"/>
          <ac:spMkLst>
            <pc:docMk/>
            <pc:sldMk cId="2336865132" sldId="276"/>
            <ac:spMk id="17" creationId="{C496D481-D1D5-BBC6-78FF-13D2D435D75D}"/>
          </ac:spMkLst>
        </pc:spChg>
        <pc:spChg chg="add mod ord">
          <ac:chgData name="Dana Phillips" userId="95b51ed8-0e00-4b2e-bce2-548d1f45efff" providerId="ADAL" clId="{84B05A5A-36F2-4096-8A60-0C04BF2F9C49}" dt="2026-03-16T14:00:47.211" v="4" actId="700"/>
          <ac:spMkLst>
            <pc:docMk/>
            <pc:sldMk cId="2336865132" sldId="276"/>
            <ac:spMk id="18" creationId="{D046502A-230C-EE85-1D46-9ADE2A122CFB}"/>
          </ac:spMkLst>
        </pc:spChg>
        <pc:spChg chg="add mod ord">
          <ac:chgData name="Dana Phillips" userId="95b51ed8-0e00-4b2e-bce2-548d1f45efff" providerId="ADAL" clId="{84B05A5A-36F2-4096-8A60-0C04BF2F9C49}" dt="2026-03-16T14:00:47.260" v="5" actId="27636"/>
          <ac:spMkLst>
            <pc:docMk/>
            <pc:sldMk cId="2336865132" sldId="276"/>
            <ac:spMk id="19" creationId="{93B3B8F2-E1C3-5CCE-271A-A4C21F41C6F4}"/>
          </ac:spMkLst>
        </pc:spChg>
        <pc:spChg chg="add mod ord">
          <ac:chgData name="Dana Phillips" userId="95b51ed8-0e00-4b2e-bce2-548d1f45efff" providerId="ADAL" clId="{84B05A5A-36F2-4096-8A60-0C04BF2F9C49}" dt="2026-03-16T14:00:47.211" v="4" actId="700"/>
          <ac:spMkLst>
            <pc:docMk/>
            <pc:sldMk cId="2336865132" sldId="276"/>
            <ac:spMk id="20" creationId="{7701B2FA-59E8-2D4F-04DA-A06913E70788}"/>
          </ac:spMkLst>
        </pc:spChg>
        <pc:spChg chg="add">
          <ac:chgData name="Dana Phillips" userId="95b51ed8-0e00-4b2e-bce2-548d1f45efff" providerId="ADAL" clId="{84B05A5A-36F2-4096-8A60-0C04BF2F9C49}" dt="2026-03-16T14:00:50.046" v="6"/>
          <ac:spMkLst>
            <pc:docMk/>
            <pc:sldMk cId="2336865132" sldId="276"/>
            <ac:spMk id="21" creationId="{7C7498A8-7A38-5389-990B-6A212266D123}"/>
          </ac:spMkLst>
        </pc:spChg>
        <pc:spChg chg="add">
          <ac:chgData name="Dana Phillips" userId="95b51ed8-0e00-4b2e-bce2-548d1f45efff" providerId="ADAL" clId="{84B05A5A-36F2-4096-8A60-0C04BF2F9C49}" dt="2026-03-16T14:00:50.046" v="6"/>
          <ac:spMkLst>
            <pc:docMk/>
            <pc:sldMk cId="2336865132" sldId="276"/>
            <ac:spMk id="22" creationId="{1BBE5ABC-09DC-EAE0-B897-BC75EB8E6F66}"/>
          </ac:spMkLst>
        </pc:spChg>
        <pc:spChg chg="add">
          <ac:chgData name="Dana Phillips" userId="95b51ed8-0e00-4b2e-bce2-548d1f45efff" providerId="ADAL" clId="{84B05A5A-36F2-4096-8A60-0C04BF2F9C49}" dt="2026-03-16T14:00:50.046" v="6"/>
          <ac:spMkLst>
            <pc:docMk/>
            <pc:sldMk cId="2336865132" sldId="276"/>
            <ac:spMk id="23" creationId="{A63535D9-7AE7-0223-016D-C0D8C2019F15}"/>
          </ac:spMkLst>
        </pc:spChg>
        <pc:spChg chg="add">
          <ac:chgData name="Dana Phillips" userId="95b51ed8-0e00-4b2e-bce2-548d1f45efff" providerId="ADAL" clId="{84B05A5A-36F2-4096-8A60-0C04BF2F9C49}" dt="2026-03-16T14:00:50.046" v="6"/>
          <ac:spMkLst>
            <pc:docMk/>
            <pc:sldMk cId="2336865132" sldId="276"/>
            <ac:spMk id="24" creationId="{D9371FA8-9057-916B-1103-8D20A5A716E5}"/>
          </ac:spMkLst>
        </pc:spChg>
        <pc:spChg chg="add">
          <ac:chgData name="Dana Phillips" userId="95b51ed8-0e00-4b2e-bce2-548d1f45efff" providerId="ADAL" clId="{84B05A5A-36F2-4096-8A60-0C04BF2F9C49}" dt="2026-03-16T14:00:50.046" v="6"/>
          <ac:spMkLst>
            <pc:docMk/>
            <pc:sldMk cId="2336865132" sldId="276"/>
            <ac:spMk id="25" creationId="{CE93F555-EBC2-759D-839C-7E494E57D087}"/>
          </ac:spMkLst>
        </pc:spChg>
        <pc:spChg chg="add">
          <ac:chgData name="Dana Phillips" userId="95b51ed8-0e00-4b2e-bce2-548d1f45efff" providerId="ADAL" clId="{84B05A5A-36F2-4096-8A60-0C04BF2F9C49}" dt="2026-03-16T14:00:50.046" v="6"/>
          <ac:spMkLst>
            <pc:docMk/>
            <pc:sldMk cId="2336865132" sldId="276"/>
            <ac:spMk id="27" creationId="{50B867B2-5E97-87A1-65C6-466E94E762A3}"/>
          </ac:spMkLst>
        </pc:spChg>
        <pc:spChg chg="add">
          <ac:chgData name="Dana Phillips" userId="95b51ed8-0e00-4b2e-bce2-548d1f45efff" providerId="ADAL" clId="{84B05A5A-36F2-4096-8A60-0C04BF2F9C49}" dt="2026-03-16T14:00:50.046" v="6"/>
          <ac:spMkLst>
            <pc:docMk/>
            <pc:sldMk cId="2336865132" sldId="276"/>
            <ac:spMk id="28" creationId="{41EA5DE7-FA03-DD16-84E6-DF0EB08082FE}"/>
          </ac:spMkLst>
        </pc:spChg>
        <pc:spChg chg="add">
          <ac:chgData name="Dana Phillips" userId="95b51ed8-0e00-4b2e-bce2-548d1f45efff" providerId="ADAL" clId="{84B05A5A-36F2-4096-8A60-0C04BF2F9C49}" dt="2026-03-16T14:00:50.046" v="6"/>
          <ac:spMkLst>
            <pc:docMk/>
            <pc:sldMk cId="2336865132" sldId="276"/>
            <ac:spMk id="29" creationId="{53B10638-C468-9B3F-7E28-B89201E7EC61}"/>
          </ac:spMkLst>
        </pc:spChg>
        <pc:spChg chg="add">
          <ac:chgData name="Dana Phillips" userId="95b51ed8-0e00-4b2e-bce2-548d1f45efff" providerId="ADAL" clId="{84B05A5A-36F2-4096-8A60-0C04BF2F9C49}" dt="2026-03-16T14:00:50.046" v="6"/>
          <ac:spMkLst>
            <pc:docMk/>
            <pc:sldMk cId="2336865132" sldId="276"/>
            <ac:spMk id="30" creationId="{F16ABA97-3585-4613-020B-97E55682C0BE}"/>
          </ac:spMkLst>
        </pc:spChg>
        <pc:spChg chg="add">
          <ac:chgData name="Dana Phillips" userId="95b51ed8-0e00-4b2e-bce2-548d1f45efff" providerId="ADAL" clId="{84B05A5A-36F2-4096-8A60-0C04BF2F9C49}" dt="2026-03-16T14:00:50.046" v="6"/>
          <ac:spMkLst>
            <pc:docMk/>
            <pc:sldMk cId="2336865132" sldId="276"/>
            <ac:spMk id="31" creationId="{729A7BEC-0933-6B22-9CBD-EAB655C4785B}"/>
          </ac:spMkLst>
        </pc:spChg>
      </pc:sldChg>
      <pc:sldChg chg="addSp delSp modSp new mod modClrScheme chgLayout">
        <pc:chgData name="Dana Phillips" userId="95b51ed8-0e00-4b2e-bce2-548d1f45efff" providerId="ADAL" clId="{84B05A5A-36F2-4096-8A60-0C04BF2F9C49}" dt="2026-03-16T14:20:56.509" v="143" actId="207"/>
        <pc:sldMkLst>
          <pc:docMk/>
          <pc:sldMk cId="2610244435" sldId="277"/>
        </pc:sldMkLst>
        <pc:spChg chg="del mod ord">
          <ac:chgData name="Dana Phillips" userId="95b51ed8-0e00-4b2e-bce2-548d1f45efff" providerId="ADAL" clId="{84B05A5A-36F2-4096-8A60-0C04BF2F9C49}" dt="2026-03-16T14:16:55.753" v="12" actId="700"/>
          <ac:spMkLst>
            <pc:docMk/>
            <pc:sldMk cId="2610244435" sldId="277"/>
            <ac:spMk id="2" creationId="{F0E0EFED-32CC-94F6-78B1-93D173E57001}"/>
          </ac:spMkLst>
        </pc:spChg>
        <pc:spChg chg="mod ord">
          <ac:chgData name="Dana Phillips" userId="95b51ed8-0e00-4b2e-bce2-548d1f45efff" providerId="ADAL" clId="{84B05A5A-36F2-4096-8A60-0C04BF2F9C49}" dt="2026-03-16T14:16:55.753" v="12" actId="700"/>
          <ac:spMkLst>
            <pc:docMk/>
            <pc:sldMk cId="2610244435" sldId="277"/>
            <ac:spMk id="3" creationId="{3E8BD428-C474-090C-BF8D-F0724110BF4B}"/>
          </ac:spMkLst>
        </pc:spChg>
        <pc:spChg chg="del mod ord">
          <ac:chgData name="Dana Phillips" userId="95b51ed8-0e00-4b2e-bce2-548d1f45efff" providerId="ADAL" clId="{84B05A5A-36F2-4096-8A60-0C04BF2F9C49}" dt="2026-03-16T14:16:55.753" v="12" actId="700"/>
          <ac:spMkLst>
            <pc:docMk/>
            <pc:sldMk cId="2610244435" sldId="277"/>
            <ac:spMk id="4" creationId="{37A8D295-9703-8E5A-4764-1422AC76CF2C}"/>
          </ac:spMkLst>
        </pc:spChg>
        <pc:spChg chg="del mod ord">
          <ac:chgData name="Dana Phillips" userId="95b51ed8-0e00-4b2e-bce2-548d1f45efff" providerId="ADAL" clId="{84B05A5A-36F2-4096-8A60-0C04BF2F9C49}" dt="2026-03-16T14:16:55.753" v="12" actId="700"/>
          <ac:spMkLst>
            <pc:docMk/>
            <pc:sldMk cId="2610244435" sldId="277"/>
            <ac:spMk id="5" creationId="{4818B45E-6CA0-6AD0-35DB-6E75ECC18A4D}"/>
          </ac:spMkLst>
        </pc:spChg>
        <pc:spChg chg="add mod ord">
          <ac:chgData name="Dana Phillips" userId="95b51ed8-0e00-4b2e-bce2-548d1f45efff" providerId="ADAL" clId="{84B05A5A-36F2-4096-8A60-0C04BF2F9C49}" dt="2026-03-16T14:17:07.003" v="31" actId="20577"/>
          <ac:spMkLst>
            <pc:docMk/>
            <pc:sldMk cId="2610244435" sldId="277"/>
            <ac:spMk id="6" creationId="{55E1CD23-8EDB-9534-7C92-07DFF489953C}"/>
          </ac:spMkLst>
        </pc:spChg>
        <pc:spChg chg="add mod ord">
          <ac:chgData name="Dana Phillips" userId="95b51ed8-0e00-4b2e-bce2-548d1f45efff" providerId="ADAL" clId="{84B05A5A-36F2-4096-8A60-0C04BF2F9C49}" dt="2026-03-16T14:16:55.753" v="12" actId="700"/>
          <ac:spMkLst>
            <pc:docMk/>
            <pc:sldMk cId="2610244435" sldId="277"/>
            <ac:spMk id="7" creationId="{6301908D-BBC8-BDBA-D451-EA4FFEEC8B9E}"/>
          </ac:spMkLst>
        </pc:spChg>
        <pc:spChg chg="add mod ord">
          <ac:chgData name="Dana Phillips" userId="95b51ed8-0e00-4b2e-bce2-548d1f45efff" providerId="ADAL" clId="{84B05A5A-36F2-4096-8A60-0C04BF2F9C49}" dt="2026-03-16T14:16:55.766" v="13" actId="27636"/>
          <ac:spMkLst>
            <pc:docMk/>
            <pc:sldMk cId="2610244435" sldId="277"/>
            <ac:spMk id="8" creationId="{3BCEF717-A226-E1B1-8F6F-19B8F6523EB0}"/>
          </ac:spMkLst>
        </pc:spChg>
        <pc:spChg chg="add mod ord">
          <ac:chgData name="Dana Phillips" userId="95b51ed8-0e00-4b2e-bce2-548d1f45efff" providerId="ADAL" clId="{84B05A5A-36F2-4096-8A60-0C04BF2F9C49}" dt="2026-03-16T14:17:03.210" v="23" actId="20577"/>
          <ac:spMkLst>
            <pc:docMk/>
            <pc:sldMk cId="2610244435" sldId="277"/>
            <ac:spMk id="9" creationId="{F2729919-66E5-D469-907E-19738C0A411A}"/>
          </ac:spMkLst>
        </pc:spChg>
        <pc:spChg chg="mod">
          <ac:chgData name="Dana Phillips" userId="95b51ed8-0e00-4b2e-bce2-548d1f45efff" providerId="ADAL" clId="{84B05A5A-36F2-4096-8A60-0C04BF2F9C49}" dt="2026-03-16T14:20:46.986" v="142" actId="207"/>
          <ac:spMkLst>
            <pc:docMk/>
            <pc:sldMk cId="2610244435" sldId="277"/>
            <ac:spMk id="11" creationId="{C410D493-4219-C1B9-8577-674FE3647A06}"/>
          </ac:spMkLst>
        </pc:spChg>
        <pc:spChg chg="add mod">
          <ac:chgData name="Dana Phillips" userId="95b51ed8-0e00-4b2e-bce2-548d1f45efff" providerId="ADAL" clId="{84B05A5A-36F2-4096-8A60-0C04BF2F9C49}" dt="2026-03-16T14:17:22.812" v="32"/>
          <ac:spMkLst>
            <pc:docMk/>
            <pc:sldMk cId="2610244435" sldId="277"/>
            <ac:spMk id="12" creationId="{749CAE05-3D20-25E8-EDC5-981CA8DE61AD}"/>
          </ac:spMkLst>
        </pc:spChg>
        <pc:spChg chg="add mod">
          <ac:chgData name="Dana Phillips" userId="95b51ed8-0e00-4b2e-bce2-548d1f45efff" providerId="ADAL" clId="{84B05A5A-36F2-4096-8A60-0C04BF2F9C49}" dt="2026-03-16T14:17:22.812" v="32"/>
          <ac:spMkLst>
            <pc:docMk/>
            <pc:sldMk cId="2610244435" sldId="277"/>
            <ac:spMk id="13" creationId="{4A7817A7-ECAB-7A2B-BAA8-4F84DF6ABE17}"/>
          </ac:spMkLst>
        </pc:spChg>
        <pc:spChg chg="mod">
          <ac:chgData name="Dana Phillips" userId="95b51ed8-0e00-4b2e-bce2-548d1f45efff" providerId="ADAL" clId="{84B05A5A-36F2-4096-8A60-0C04BF2F9C49}" dt="2026-03-16T14:20:38.120" v="141" actId="1035"/>
          <ac:spMkLst>
            <pc:docMk/>
            <pc:sldMk cId="2610244435" sldId="277"/>
            <ac:spMk id="17" creationId="{0448ADA8-2054-E8CB-855D-4C1E77935C13}"/>
          </ac:spMkLst>
        </pc:spChg>
        <pc:spChg chg="add mod">
          <ac:chgData name="Dana Phillips" userId="95b51ed8-0e00-4b2e-bce2-548d1f45efff" providerId="ADAL" clId="{84B05A5A-36F2-4096-8A60-0C04BF2F9C49}" dt="2026-03-16T14:17:22.812" v="32"/>
          <ac:spMkLst>
            <pc:docMk/>
            <pc:sldMk cId="2610244435" sldId="277"/>
            <ac:spMk id="21" creationId="{2FE5290F-3585-D26B-0AFA-4039EB982C9E}"/>
          </ac:spMkLst>
        </pc:spChg>
        <pc:spChg chg="mod">
          <ac:chgData name="Dana Phillips" userId="95b51ed8-0e00-4b2e-bce2-548d1f45efff" providerId="ADAL" clId="{84B05A5A-36F2-4096-8A60-0C04BF2F9C49}" dt="2026-03-16T14:20:29.737" v="133" actId="207"/>
          <ac:spMkLst>
            <pc:docMk/>
            <pc:sldMk cId="2610244435" sldId="277"/>
            <ac:spMk id="23" creationId="{4DABC9A9-6476-5B83-F4E2-8594AA37B518}"/>
          </ac:spMkLst>
        </pc:spChg>
        <pc:spChg chg="add mod">
          <ac:chgData name="Dana Phillips" userId="95b51ed8-0e00-4b2e-bce2-548d1f45efff" providerId="ADAL" clId="{84B05A5A-36F2-4096-8A60-0C04BF2F9C49}" dt="2026-03-16T14:17:22.812" v="32"/>
          <ac:spMkLst>
            <pc:docMk/>
            <pc:sldMk cId="2610244435" sldId="277"/>
            <ac:spMk id="25" creationId="{474A5FB8-759E-DC07-577E-41ADEAB89EDB}"/>
          </ac:spMkLst>
        </pc:spChg>
        <pc:spChg chg="add mod">
          <ac:chgData name="Dana Phillips" userId="95b51ed8-0e00-4b2e-bce2-548d1f45efff" providerId="ADAL" clId="{84B05A5A-36F2-4096-8A60-0C04BF2F9C49}" dt="2026-03-16T14:20:29.737" v="133" actId="207"/>
          <ac:spMkLst>
            <pc:docMk/>
            <pc:sldMk cId="2610244435" sldId="277"/>
            <ac:spMk id="29" creationId="{81A1600B-2550-759D-6648-D996AF9884C2}"/>
          </ac:spMkLst>
        </pc:spChg>
        <pc:spChg chg="add mod">
          <ac:chgData name="Dana Phillips" userId="95b51ed8-0e00-4b2e-bce2-548d1f45efff" providerId="ADAL" clId="{84B05A5A-36F2-4096-8A60-0C04BF2F9C49}" dt="2026-03-16T14:17:22.812" v="32"/>
          <ac:spMkLst>
            <pc:docMk/>
            <pc:sldMk cId="2610244435" sldId="277"/>
            <ac:spMk id="33" creationId="{B342154E-6325-2E64-9010-A83B2E03FF3D}"/>
          </ac:spMkLst>
        </pc:spChg>
        <pc:spChg chg="add mod">
          <ac:chgData name="Dana Phillips" userId="95b51ed8-0e00-4b2e-bce2-548d1f45efff" providerId="ADAL" clId="{84B05A5A-36F2-4096-8A60-0C04BF2F9C49}" dt="2026-03-16T14:20:29.737" v="133" actId="207"/>
          <ac:spMkLst>
            <pc:docMk/>
            <pc:sldMk cId="2610244435" sldId="277"/>
            <ac:spMk id="35" creationId="{518B56FD-FB10-7569-2FDB-A924638292F4}"/>
          </ac:spMkLst>
        </pc:spChg>
        <pc:spChg chg="add mod">
          <ac:chgData name="Dana Phillips" userId="95b51ed8-0e00-4b2e-bce2-548d1f45efff" providerId="ADAL" clId="{84B05A5A-36F2-4096-8A60-0C04BF2F9C49}" dt="2026-03-16T14:17:22.812" v="32"/>
          <ac:spMkLst>
            <pc:docMk/>
            <pc:sldMk cId="2610244435" sldId="277"/>
            <ac:spMk id="37" creationId="{4B192925-557F-AF05-04AA-BE4448FC3571}"/>
          </ac:spMkLst>
        </pc:spChg>
        <pc:spChg chg="mod">
          <ac:chgData name="Dana Phillips" userId="95b51ed8-0e00-4b2e-bce2-548d1f45efff" providerId="ADAL" clId="{84B05A5A-36F2-4096-8A60-0C04BF2F9C49}" dt="2026-03-16T14:20:29.737" v="133" actId="207"/>
          <ac:spMkLst>
            <pc:docMk/>
            <pc:sldMk cId="2610244435" sldId="277"/>
            <ac:spMk id="41" creationId="{A98CD382-9A20-2476-BBC9-C6557A660E6E}"/>
          </ac:spMkLst>
        </pc:spChg>
        <pc:spChg chg="add mod">
          <ac:chgData name="Dana Phillips" userId="95b51ed8-0e00-4b2e-bce2-548d1f45efff" providerId="ADAL" clId="{84B05A5A-36F2-4096-8A60-0C04BF2F9C49}" dt="2026-03-16T14:17:22.812" v="32"/>
          <ac:spMkLst>
            <pc:docMk/>
            <pc:sldMk cId="2610244435" sldId="277"/>
            <ac:spMk id="43" creationId="{945D8435-15B4-CD4E-3CC2-1AD98F929184}"/>
          </ac:spMkLst>
        </pc:spChg>
        <pc:spChg chg="mod">
          <ac:chgData name="Dana Phillips" userId="95b51ed8-0e00-4b2e-bce2-548d1f45efff" providerId="ADAL" clId="{84B05A5A-36F2-4096-8A60-0C04BF2F9C49}" dt="2026-03-16T14:20:08.007" v="130" actId="207"/>
          <ac:spMkLst>
            <pc:docMk/>
            <pc:sldMk cId="2610244435" sldId="277"/>
            <ac:spMk id="45" creationId="{B2E2E4DD-5EB8-FD98-11B5-65F5999EA04C}"/>
          </ac:spMkLst>
        </pc:spChg>
        <pc:spChg chg="add mod">
          <ac:chgData name="Dana Phillips" userId="95b51ed8-0e00-4b2e-bce2-548d1f45efff" providerId="ADAL" clId="{84B05A5A-36F2-4096-8A60-0C04BF2F9C49}" dt="2026-03-16T14:20:56.509" v="143" actId="207"/>
          <ac:spMkLst>
            <pc:docMk/>
            <pc:sldMk cId="2610244435" sldId="277"/>
            <ac:spMk id="46" creationId="{36C05893-B182-9261-5419-621D5739D622}"/>
          </ac:spMkLst>
        </pc:spChg>
        <pc:spChg chg="add mod">
          <ac:chgData name="Dana Phillips" userId="95b51ed8-0e00-4b2e-bce2-548d1f45efff" providerId="ADAL" clId="{84B05A5A-36F2-4096-8A60-0C04BF2F9C49}" dt="2026-03-16T14:20:29.737" v="133" actId="207"/>
          <ac:spMkLst>
            <pc:docMk/>
            <pc:sldMk cId="2610244435" sldId="277"/>
            <ac:spMk id="47" creationId="{DC57BCE2-772F-E785-8868-D6B5E8C0BCB9}"/>
          </ac:spMkLst>
        </pc:spChg>
      </pc:sldChg>
      <pc:sldChg chg="addSp modSp new mod">
        <pc:chgData name="Dana Phillips" userId="95b51ed8-0e00-4b2e-bce2-548d1f45efff" providerId="ADAL" clId="{84B05A5A-36F2-4096-8A60-0C04BF2F9C49}" dt="2026-03-16T14:21:47.467" v="147" actId="207"/>
        <pc:sldMkLst>
          <pc:docMk/>
          <pc:sldMk cId="2456571393" sldId="278"/>
        </pc:sldMkLst>
        <pc:spChg chg="mod">
          <ac:chgData name="Dana Phillips" userId="95b51ed8-0e00-4b2e-bce2-548d1f45efff" providerId="ADAL" clId="{84B05A5A-36F2-4096-8A60-0C04BF2F9C49}" dt="2026-03-16T14:18:49.522" v="102" actId="20577"/>
          <ac:spMkLst>
            <pc:docMk/>
            <pc:sldMk cId="2456571393" sldId="278"/>
            <ac:spMk id="2" creationId="{977239D3-2FBE-5C09-A579-005E4E156D32}"/>
          </ac:spMkLst>
        </pc:spChg>
        <pc:spChg chg="mod">
          <ac:chgData name="Dana Phillips" userId="95b51ed8-0e00-4b2e-bce2-548d1f45efff" providerId="ADAL" clId="{84B05A5A-36F2-4096-8A60-0C04BF2F9C49}" dt="2026-03-16T14:18:33.234" v="76" actId="27636"/>
          <ac:spMkLst>
            <pc:docMk/>
            <pc:sldMk cId="2456571393" sldId="278"/>
            <ac:spMk id="4" creationId="{D1217998-D583-261F-19B8-5B26BA6F4FB4}"/>
          </ac:spMkLst>
        </pc:spChg>
        <pc:spChg chg="mod">
          <ac:chgData name="Dana Phillips" userId="95b51ed8-0e00-4b2e-bce2-548d1f45efff" providerId="ADAL" clId="{84B05A5A-36F2-4096-8A60-0C04BF2F9C49}" dt="2026-03-16T14:18:42.900" v="87" actId="6549"/>
          <ac:spMkLst>
            <pc:docMk/>
            <pc:sldMk cId="2456571393" sldId="278"/>
            <ac:spMk id="5" creationId="{8E1D95E0-C38B-9834-9366-CFFEE1B0F55C}"/>
          </ac:spMkLst>
        </pc:spChg>
        <pc:spChg chg="add mod">
          <ac:chgData name="Dana Phillips" userId="95b51ed8-0e00-4b2e-bce2-548d1f45efff" providerId="ADAL" clId="{84B05A5A-36F2-4096-8A60-0C04BF2F9C49}" dt="2026-03-16T14:19:07.208" v="103"/>
          <ac:spMkLst>
            <pc:docMk/>
            <pc:sldMk cId="2456571393" sldId="278"/>
            <ac:spMk id="7" creationId="{99D679F7-5BC3-0447-3868-8DF154E11494}"/>
          </ac:spMkLst>
        </pc:spChg>
        <pc:spChg chg="add mod">
          <ac:chgData name="Dana Phillips" userId="95b51ed8-0e00-4b2e-bce2-548d1f45efff" providerId="ADAL" clId="{84B05A5A-36F2-4096-8A60-0C04BF2F9C49}" dt="2026-03-16T14:21:09.262" v="144" actId="207"/>
          <ac:spMkLst>
            <pc:docMk/>
            <pc:sldMk cId="2456571393" sldId="278"/>
            <ac:spMk id="8" creationId="{86679825-0B58-FB35-5C93-3BA391EDD1C7}"/>
          </ac:spMkLst>
        </pc:spChg>
        <pc:spChg chg="add mod">
          <ac:chgData name="Dana Phillips" userId="95b51ed8-0e00-4b2e-bce2-548d1f45efff" providerId="ADAL" clId="{84B05A5A-36F2-4096-8A60-0C04BF2F9C49}" dt="2026-03-16T14:21:09.262" v="144" actId="207"/>
          <ac:spMkLst>
            <pc:docMk/>
            <pc:sldMk cId="2456571393" sldId="278"/>
            <ac:spMk id="9" creationId="{4B1160E4-9E17-F617-C67B-C67E3ED4556A}"/>
          </ac:spMkLst>
        </pc:spChg>
        <pc:spChg chg="add mod">
          <ac:chgData name="Dana Phillips" userId="95b51ed8-0e00-4b2e-bce2-548d1f45efff" providerId="ADAL" clId="{84B05A5A-36F2-4096-8A60-0C04BF2F9C49}" dt="2026-03-16T14:19:07.208" v="103"/>
          <ac:spMkLst>
            <pc:docMk/>
            <pc:sldMk cId="2456571393" sldId="278"/>
            <ac:spMk id="10" creationId="{46FD55DF-5A53-306C-A063-A29C8823E507}"/>
          </ac:spMkLst>
        </pc:spChg>
        <pc:spChg chg="add mod">
          <ac:chgData name="Dana Phillips" userId="95b51ed8-0e00-4b2e-bce2-548d1f45efff" providerId="ADAL" clId="{84B05A5A-36F2-4096-8A60-0C04BF2F9C49}" dt="2026-03-16T14:19:22.428" v="128" actId="20577"/>
          <ac:spMkLst>
            <pc:docMk/>
            <pc:sldMk cId="2456571393" sldId="278"/>
            <ac:spMk id="11" creationId="{DB84D2E8-A25B-A732-D555-DB5B2CA5999A}"/>
          </ac:spMkLst>
        </pc:spChg>
        <pc:spChg chg="add mod">
          <ac:chgData name="Dana Phillips" userId="95b51ed8-0e00-4b2e-bce2-548d1f45efff" providerId="ADAL" clId="{84B05A5A-36F2-4096-8A60-0C04BF2F9C49}" dt="2026-03-16T14:19:07.208" v="103"/>
          <ac:spMkLst>
            <pc:docMk/>
            <pc:sldMk cId="2456571393" sldId="278"/>
            <ac:spMk id="13" creationId="{5399D0C1-299F-46F0-95E2-50E5F7882918}"/>
          </ac:spMkLst>
        </pc:spChg>
        <pc:spChg chg="add mod">
          <ac:chgData name="Dana Phillips" userId="95b51ed8-0e00-4b2e-bce2-548d1f45efff" providerId="ADAL" clId="{84B05A5A-36F2-4096-8A60-0C04BF2F9C49}" dt="2026-03-16T14:21:26.034" v="146" actId="207"/>
          <ac:spMkLst>
            <pc:docMk/>
            <pc:sldMk cId="2456571393" sldId="278"/>
            <ac:spMk id="14" creationId="{09ACC838-1360-F1F5-5F2C-BF3A40657FB4}"/>
          </ac:spMkLst>
        </pc:spChg>
        <pc:spChg chg="add mod">
          <ac:chgData name="Dana Phillips" userId="95b51ed8-0e00-4b2e-bce2-548d1f45efff" providerId="ADAL" clId="{84B05A5A-36F2-4096-8A60-0C04BF2F9C49}" dt="2026-03-16T14:21:19.718" v="145" actId="207"/>
          <ac:spMkLst>
            <pc:docMk/>
            <pc:sldMk cId="2456571393" sldId="278"/>
            <ac:spMk id="15" creationId="{618701B4-7E14-9053-4D9F-04B54CDD3782}"/>
          </ac:spMkLst>
        </pc:spChg>
        <pc:spChg chg="add mod">
          <ac:chgData name="Dana Phillips" userId="95b51ed8-0e00-4b2e-bce2-548d1f45efff" providerId="ADAL" clId="{84B05A5A-36F2-4096-8A60-0C04BF2F9C49}" dt="2026-03-16T14:19:07.208" v="103"/>
          <ac:spMkLst>
            <pc:docMk/>
            <pc:sldMk cId="2456571393" sldId="278"/>
            <ac:spMk id="18" creationId="{E1791C07-BBAD-C796-27FE-9566B1880272}"/>
          </ac:spMkLst>
        </pc:spChg>
        <pc:spChg chg="mod">
          <ac:chgData name="Dana Phillips" userId="95b51ed8-0e00-4b2e-bce2-548d1f45efff" providerId="ADAL" clId="{84B05A5A-36F2-4096-8A60-0C04BF2F9C49}" dt="2026-03-16T14:21:47.467" v="147" actId="207"/>
          <ac:spMkLst>
            <pc:docMk/>
            <pc:sldMk cId="2456571393" sldId="278"/>
            <ac:spMk id="19" creationId="{AC43E107-1269-3FEA-6B99-AE6F32812AF3}"/>
          </ac:spMkLst>
        </pc:spChg>
        <pc:spChg chg="add mod">
          <ac:chgData name="Dana Phillips" userId="95b51ed8-0e00-4b2e-bce2-548d1f45efff" providerId="ADAL" clId="{84B05A5A-36F2-4096-8A60-0C04BF2F9C49}" dt="2026-03-16T14:19:07.208" v="103"/>
          <ac:spMkLst>
            <pc:docMk/>
            <pc:sldMk cId="2456571393" sldId="278"/>
            <ac:spMk id="20" creationId="{CEBCF552-27A6-2CC9-42AE-3461533BCAE4}"/>
          </ac:spMkLst>
        </pc:spChg>
      </pc:sldChg>
      <pc:sldChg chg="addSp delSp modSp new mod modClrScheme chgLayout">
        <pc:chgData name="Dana Phillips" userId="95b51ed8-0e00-4b2e-bce2-548d1f45efff" providerId="ADAL" clId="{84B05A5A-36F2-4096-8A60-0C04BF2F9C49}" dt="2026-03-16T17:32:39.311" v="762" actId="20577"/>
        <pc:sldMkLst>
          <pc:docMk/>
          <pc:sldMk cId="1692432882" sldId="279"/>
        </pc:sldMkLst>
        <pc:spChg chg="mod ord">
          <ac:chgData name="Dana Phillips" userId="95b51ed8-0e00-4b2e-bce2-548d1f45efff" providerId="ADAL" clId="{84B05A5A-36F2-4096-8A60-0C04BF2F9C49}" dt="2026-03-16T14:23:21.417" v="194" actId="700"/>
          <ac:spMkLst>
            <pc:docMk/>
            <pc:sldMk cId="1692432882" sldId="279"/>
            <ac:spMk id="2" creationId="{574A3AF2-EC4A-D0D0-CECB-67AC37D995D6}"/>
          </ac:spMkLst>
        </pc:spChg>
        <pc:spChg chg="mod ord">
          <ac:chgData name="Dana Phillips" userId="95b51ed8-0e00-4b2e-bce2-548d1f45efff" providerId="ADAL" clId="{84B05A5A-36F2-4096-8A60-0C04BF2F9C49}" dt="2026-03-16T14:23:21.417" v="194" actId="700"/>
          <ac:spMkLst>
            <pc:docMk/>
            <pc:sldMk cId="1692432882" sldId="279"/>
            <ac:spMk id="3" creationId="{7802645E-5C28-D295-F5C9-36291593B92F}"/>
          </ac:spMkLst>
        </pc:spChg>
        <pc:spChg chg="del mod ord">
          <ac:chgData name="Dana Phillips" userId="95b51ed8-0e00-4b2e-bce2-548d1f45efff" providerId="ADAL" clId="{84B05A5A-36F2-4096-8A60-0C04BF2F9C49}" dt="2026-03-16T14:23:21.417" v="194" actId="700"/>
          <ac:spMkLst>
            <pc:docMk/>
            <pc:sldMk cId="1692432882" sldId="279"/>
            <ac:spMk id="4" creationId="{4234F035-3C83-42B2-60C7-26106094FEC5}"/>
          </ac:spMkLst>
        </pc:spChg>
        <pc:spChg chg="del mod ord">
          <ac:chgData name="Dana Phillips" userId="95b51ed8-0e00-4b2e-bce2-548d1f45efff" providerId="ADAL" clId="{84B05A5A-36F2-4096-8A60-0C04BF2F9C49}" dt="2026-03-16T14:27:06.712" v="426" actId="34307"/>
          <ac:spMkLst>
            <pc:docMk/>
            <pc:sldMk cId="1692432882" sldId="279"/>
            <ac:spMk id="5" creationId="{C745F2C5-FD0C-BDD4-F523-17D926CB5413}"/>
          </ac:spMkLst>
        </pc:spChg>
        <pc:spChg chg="del mod ord">
          <ac:chgData name="Dana Phillips" userId="95b51ed8-0e00-4b2e-bce2-548d1f45efff" providerId="ADAL" clId="{84B05A5A-36F2-4096-8A60-0C04BF2F9C49}" dt="2026-03-16T14:23:21.417" v="194" actId="700"/>
          <ac:spMkLst>
            <pc:docMk/>
            <pc:sldMk cId="1692432882" sldId="279"/>
            <ac:spMk id="6" creationId="{2D2ACF86-1B0E-1728-8BB1-D212D47C6638}"/>
          </ac:spMkLst>
        </pc:spChg>
        <pc:spChg chg="add mod ord">
          <ac:chgData name="Dana Phillips" userId="95b51ed8-0e00-4b2e-bce2-548d1f45efff" providerId="ADAL" clId="{84B05A5A-36F2-4096-8A60-0C04BF2F9C49}" dt="2026-03-16T17:32:39.311" v="762" actId="20577"/>
          <ac:spMkLst>
            <pc:docMk/>
            <pc:sldMk cId="1692432882" sldId="279"/>
            <ac:spMk id="7" creationId="{4FB5E43C-9201-A455-7547-2B4776F28CDE}"/>
          </ac:spMkLst>
        </pc:spChg>
        <pc:spChg chg="add mod ord">
          <ac:chgData name="Dana Phillips" userId="95b51ed8-0e00-4b2e-bce2-548d1f45efff" providerId="ADAL" clId="{84B05A5A-36F2-4096-8A60-0C04BF2F9C49}" dt="2026-03-16T14:30:08.966" v="494" actId="20577"/>
          <ac:spMkLst>
            <pc:docMk/>
            <pc:sldMk cId="1692432882" sldId="279"/>
            <ac:spMk id="8" creationId="{B3D4BA3B-DB34-1FD5-9DD6-42E82E3739BF}"/>
          </ac:spMkLst>
        </pc:spChg>
        <pc:spChg chg="add mod">
          <ac:chgData name="Dana Phillips" userId="95b51ed8-0e00-4b2e-bce2-548d1f45efff" providerId="ADAL" clId="{84B05A5A-36F2-4096-8A60-0C04BF2F9C49}" dt="2026-03-16T14:23:31.789" v="196"/>
          <ac:spMkLst>
            <pc:docMk/>
            <pc:sldMk cId="1692432882" sldId="279"/>
            <ac:spMk id="9" creationId="{85875AFA-F0C0-0822-5675-4E11336F90C0}"/>
          </ac:spMkLst>
        </pc:spChg>
        <pc:spChg chg="add mod">
          <ac:chgData name="Dana Phillips" userId="95b51ed8-0e00-4b2e-bce2-548d1f45efff" providerId="ADAL" clId="{84B05A5A-36F2-4096-8A60-0C04BF2F9C49}" dt="2026-03-16T14:23:31.789" v="196"/>
          <ac:spMkLst>
            <pc:docMk/>
            <pc:sldMk cId="1692432882" sldId="279"/>
            <ac:spMk id="10" creationId="{0E1E9CC3-10B2-9E71-FDA5-EF0B6E2B0E64}"/>
          </ac:spMkLst>
        </pc:spChg>
        <pc:spChg chg="add mod">
          <ac:chgData name="Dana Phillips" userId="95b51ed8-0e00-4b2e-bce2-548d1f45efff" providerId="ADAL" clId="{84B05A5A-36F2-4096-8A60-0C04BF2F9C49}" dt="2026-03-16T14:23:31.789" v="196"/>
          <ac:spMkLst>
            <pc:docMk/>
            <pc:sldMk cId="1692432882" sldId="279"/>
            <ac:spMk id="14" creationId="{974FF02B-6204-8467-F27B-2270B0EF74A4}"/>
          </ac:spMkLst>
        </pc:spChg>
        <pc:spChg chg="add mod">
          <ac:chgData name="Dana Phillips" userId="95b51ed8-0e00-4b2e-bce2-548d1f45efff" providerId="ADAL" clId="{84B05A5A-36F2-4096-8A60-0C04BF2F9C49}" dt="2026-03-16T14:23:31.789" v="196"/>
          <ac:spMkLst>
            <pc:docMk/>
            <pc:sldMk cId="1692432882" sldId="279"/>
            <ac:spMk id="18" creationId="{53DB56DC-F66F-890B-2232-989F45124D78}"/>
          </ac:spMkLst>
        </pc:spChg>
        <pc:spChg chg="add mod">
          <ac:chgData name="Dana Phillips" userId="95b51ed8-0e00-4b2e-bce2-548d1f45efff" providerId="ADAL" clId="{84B05A5A-36F2-4096-8A60-0C04BF2F9C49}" dt="2026-03-16T14:23:31.789" v="196"/>
          <ac:spMkLst>
            <pc:docMk/>
            <pc:sldMk cId="1692432882" sldId="279"/>
            <ac:spMk id="20" creationId="{3CEF23C1-A5D7-D5AB-394B-3D7092A04E89}"/>
          </ac:spMkLst>
        </pc:spChg>
        <pc:spChg chg="add mod">
          <ac:chgData name="Dana Phillips" userId="95b51ed8-0e00-4b2e-bce2-548d1f45efff" providerId="ADAL" clId="{84B05A5A-36F2-4096-8A60-0C04BF2F9C49}" dt="2026-03-16T14:23:31.789" v="196"/>
          <ac:spMkLst>
            <pc:docMk/>
            <pc:sldMk cId="1692432882" sldId="279"/>
            <ac:spMk id="22" creationId="{928E8211-78B6-3277-2B2B-AE40CFBE8EAC}"/>
          </ac:spMkLst>
        </pc:spChg>
        <pc:spChg chg="add mod">
          <ac:chgData name="Dana Phillips" userId="95b51ed8-0e00-4b2e-bce2-548d1f45efff" providerId="ADAL" clId="{84B05A5A-36F2-4096-8A60-0C04BF2F9C49}" dt="2026-03-16T14:23:31.789" v="196"/>
          <ac:spMkLst>
            <pc:docMk/>
            <pc:sldMk cId="1692432882" sldId="279"/>
            <ac:spMk id="24" creationId="{9EB7DBF2-492E-01EB-CCFC-A978CAAB0C80}"/>
          </ac:spMkLst>
        </pc:spChg>
        <pc:spChg chg="add mod">
          <ac:chgData name="Dana Phillips" userId="95b51ed8-0e00-4b2e-bce2-548d1f45efff" providerId="ADAL" clId="{84B05A5A-36F2-4096-8A60-0C04BF2F9C49}" dt="2026-03-16T14:23:31.789" v="196"/>
          <ac:spMkLst>
            <pc:docMk/>
            <pc:sldMk cId="1692432882" sldId="279"/>
            <ac:spMk id="25" creationId="{F0338BA9-3721-BA0B-7741-E8F5C00DEED5}"/>
          </ac:spMkLst>
        </pc:spChg>
        <pc:spChg chg="add mod">
          <ac:chgData name="Dana Phillips" userId="95b51ed8-0e00-4b2e-bce2-548d1f45efff" providerId="ADAL" clId="{84B05A5A-36F2-4096-8A60-0C04BF2F9C49}" dt="2026-03-16T14:23:31.789" v="196"/>
          <ac:spMkLst>
            <pc:docMk/>
            <pc:sldMk cId="1692432882" sldId="279"/>
            <ac:spMk id="27" creationId="{B857E653-8CED-5B3B-A7C8-F54A3F30F8EB}"/>
          </ac:spMkLst>
        </pc:spChg>
        <pc:spChg chg="add mod">
          <ac:chgData name="Dana Phillips" userId="95b51ed8-0e00-4b2e-bce2-548d1f45efff" providerId="ADAL" clId="{84B05A5A-36F2-4096-8A60-0C04BF2F9C49}" dt="2026-03-16T14:23:31.789" v="196"/>
          <ac:spMkLst>
            <pc:docMk/>
            <pc:sldMk cId="1692432882" sldId="279"/>
            <ac:spMk id="30" creationId="{DA5DC0E5-045E-0E76-C866-F9D01DF07AA2}"/>
          </ac:spMkLst>
        </pc:spChg>
        <pc:spChg chg="add mod">
          <ac:chgData name="Dana Phillips" userId="95b51ed8-0e00-4b2e-bce2-548d1f45efff" providerId="ADAL" clId="{84B05A5A-36F2-4096-8A60-0C04BF2F9C49}" dt="2026-03-16T14:23:47.196" v="199"/>
          <ac:spMkLst>
            <pc:docMk/>
            <pc:sldMk cId="1692432882" sldId="279"/>
            <ac:spMk id="37" creationId="{89280147-9D39-0508-72DB-9BA314225ACF}"/>
          </ac:spMkLst>
        </pc:spChg>
        <pc:spChg chg="add mod">
          <ac:chgData name="Dana Phillips" userId="95b51ed8-0e00-4b2e-bce2-548d1f45efff" providerId="ADAL" clId="{84B05A5A-36F2-4096-8A60-0C04BF2F9C49}" dt="2026-03-16T14:23:47.196" v="199"/>
          <ac:spMkLst>
            <pc:docMk/>
            <pc:sldMk cId="1692432882" sldId="279"/>
            <ac:spMk id="38" creationId="{9FA4F25B-631F-251A-7488-DB85D10F0DC5}"/>
          </ac:spMkLst>
        </pc:spChg>
        <pc:spChg chg="add mod">
          <ac:chgData name="Dana Phillips" userId="95b51ed8-0e00-4b2e-bce2-548d1f45efff" providerId="ADAL" clId="{84B05A5A-36F2-4096-8A60-0C04BF2F9C49}" dt="2026-03-16T14:23:47.196" v="199"/>
          <ac:spMkLst>
            <pc:docMk/>
            <pc:sldMk cId="1692432882" sldId="279"/>
            <ac:spMk id="40" creationId="{BE5DBD00-C30D-11A9-68AE-F158E4BC2C68}"/>
          </ac:spMkLst>
        </pc:spChg>
        <pc:spChg chg="add mod">
          <ac:chgData name="Dana Phillips" userId="95b51ed8-0e00-4b2e-bce2-548d1f45efff" providerId="ADAL" clId="{84B05A5A-36F2-4096-8A60-0C04BF2F9C49}" dt="2026-03-16T14:23:47.196" v="199"/>
          <ac:spMkLst>
            <pc:docMk/>
            <pc:sldMk cId="1692432882" sldId="279"/>
            <ac:spMk id="42" creationId="{4DB3DE46-EE35-1BB2-8907-5B8DCB72E32D}"/>
          </ac:spMkLst>
        </pc:spChg>
        <pc:spChg chg="add mod">
          <ac:chgData name="Dana Phillips" userId="95b51ed8-0e00-4b2e-bce2-548d1f45efff" providerId="ADAL" clId="{84B05A5A-36F2-4096-8A60-0C04BF2F9C49}" dt="2026-03-16T14:23:47.196" v="199"/>
          <ac:spMkLst>
            <pc:docMk/>
            <pc:sldMk cId="1692432882" sldId="279"/>
            <ac:spMk id="43" creationId="{C7AE42C0-2D6A-22C4-D3BC-FFCD194AAA24}"/>
          </ac:spMkLst>
        </pc:spChg>
        <pc:spChg chg="add mod">
          <ac:chgData name="Dana Phillips" userId="95b51ed8-0e00-4b2e-bce2-548d1f45efff" providerId="ADAL" clId="{84B05A5A-36F2-4096-8A60-0C04BF2F9C49}" dt="2026-03-16T14:23:47.196" v="199"/>
          <ac:spMkLst>
            <pc:docMk/>
            <pc:sldMk cId="1692432882" sldId="279"/>
            <ac:spMk id="46" creationId="{771FE29F-97F1-2C4C-FE26-08FED77E1C7B}"/>
          </ac:spMkLst>
        </pc:spChg>
        <pc:spChg chg="add mod">
          <ac:chgData name="Dana Phillips" userId="95b51ed8-0e00-4b2e-bce2-548d1f45efff" providerId="ADAL" clId="{84B05A5A-36F2-4096-8A60-0C04BF2F9C49}" dt="2026-03-16T14:23:47.196" v="199"/>
          <ac:spMkLst>
            <pc:docMk/>
            <pc:sldMk cId="1692432882" sldId="279"/>
            <ac:spMk id="47" creationId="{FF23ADFB-FE61-9919-8E4B-6C374D335EF5}"/>
          </ac:spMkLst>
        </pc:spChg>
        <pc:spChg chg="add mod">
          <ac:chgData name="Dana Phillips" userId="95b51ed8-0e00-4b2e-bce2-548d1f45efff" providerId="ADAL" clId="{84B05A5A-36F2-4096-8A60-0C04BF2F9C49}" dt="2026-03-16T14:23:47.196" v="199"/>
          <ac:spMkLst>
            <pc:docMk/>
            <pc:sldMk cId="1692432882" sldId="279"/>
            <ac:spMk id="52" creationId="{785C53C5-DB1A-CCAB-F343-7E3001A93996}"/>
          </ac:spMkLst>
        </pc:spChg>
        <pc:spChg chg="add mod">
          <ac:chgData name="Dana Phillips" userId="95b51ed8-0e00-4b2e-bce2-548d1f45efff" providerId="ADAL" clId="{84B05A5A-36F2-4096-8A60-0C04BF2F9C49}" dt="2026-03-16T14:23:47.196" v="199"/>
          <ac:spMkLst>
            <pc:docMk/>
            <pc:sldMk cId="1692432882" sldId="279"/>
            <ac:spMk id="56" creationId="{70BF5346-6242-CA4E-54F6-26B295BC9112}"/>
          </ac:spMkLst>
        </pc:spChg>
        <pc:spChg chg="add mod">
          <ac:chgData name="Dana Phillips" userId="95b51ed8-0e00-4b2e-bce2-548d1f45efff" providerId="ADAL" clId="{84B05A5A-36F2-4096-8A60-0C04BF2F9C49}" dt="2026-03-16T14:23:47.196" v="199"/>
          <ac:spMkLst>
            <pc:docMk/>
            <pc:sldMk cId="1692432882" sldId="279"/>
            <ac:spMk id="59" creationId="{3F6A56AD-1F12-DA78-BFBB-9731E5491FC1}"/>
          </ac:spMkLst>
        </pc:spChg>
        <pc:spChg chg="add mod">
          <ac:chgData name="Dana Phillips" userId="95b51ed8-0e00-4b2e-bce2-548d1f45efff" providerId="ADAL" clId="{84B05A5A-36F2-4096-8A60-0C04BF2F9C49}" dt="2026-03-16T14:24:32.656" v="217"/>
          <ac:spMkLst>
            <pc:docMk/>
            <pc:sldMk cId="1692432882" sldId="279"/>
            <ac:spMk id="65" creationId="{6EE57C83-E611-EF89-8659-AF0C5C7DAA02}"/>
          </ac:spMkLst>
        </pc:spChg>
        <pc:spChg chg="add mod">
          <ac:chgData name="Dana Phillips" userId="95b51ed8-0e00-4b2e-bce2-548d1f45efff" providerId="ADAL" clId="{84B05A5A-36F2-4096-8A60-0C04BF2F9C49}" dt="2026-03-16T14:24:32.656" v="217"/>
          <ac:spMkLst>
            <pc:docMk/>
            <pc:sldMk cId="1692432882" sldId="279"/>
            <ac:spMk id="69" creationId="{04AD04A9-B28B-446F-1C51-2E703D906E53}"/>
          </ac:spMkLst>
        </pc:spChg>
        <pc:spChg chg="add mod">
          <ac:chgData name="Dana Phillips" userId="95b51ed8-0e00-4b2e-bce2-548d1f45efff" providerId="ADAL" clId="{84B05A5A-36F2-4096-8A60-0C04BF2F9C49}" dt="2026-03-16T14:24:32.656" v="217"/>
          <ac:spMkLst>
            <pc:docMk/>
            <pc:sldMk cId="1692432882" sldId="279"/>
            <ac:spMk id="71" creationId="{F907E413-80BD-1322-5F12-3A4C47A4A982}"/>
          </ac:spMkLst>
        </pc:spChg>
        <pc:spChg chg="add mod">
          <ac:chgData name="Dana Phillips" userId="95b51ed8-0e00-4b2e-bce2-548d1f45efff" providerId="ADAL" clId="{84B05A5A-36F2-4096-8A60-0C04BF2F9C49}" dt="2026-03-16T14:24:32.656" v="217"/>
          <ac:spMkLst>
            <pc:docMk/>
            <pc:sldMk cId="1692432882" sldId="279"/>
            <ac:spMk id="73" creationId="{BEE0E7D5-05C4-1668-9263-2BC7A986149B}"/>
          </ac:spMkLst>
        </pc:spChg>
        <pc:spChg chg="add mod">
          <ac:chgData name="Dana Phillips" userId="95b51ed8-0e00-4b2e-bce2-548d1f45efff" providerId="ADAL" clId="{84B05A5A-36F2-4096-8A60-0C04BF2F9C49}" dt="2026-03-16T14:24:32.656" v="217"/>
          <ac:spMkLst>
            <pc:docMk/>
            <pc:sldMk cId="1692432882" sldId="279"/>
            <ac:spMk id="75" creationId="{A94DC2E7-5FDB-CE5E-EC1D-2524E66A41AD}"/>
          </ac:spMkLst>
        </pc:spChg>
        <pc:spChg chg="add mod">
          <ac:chgData name="Dana Phillips" userId="95b51ed8-0e00-4b2e-bce2-548d1f45efff" providerId="ADAL" clId="{84B05A5A-36F2-4096-8A60-0C04BF2F9C49}" dt="2026-03-16T14:24:32.656" v="217"/>
          <ac:spMkLst>
            <pc:docMk/>
            <pc:sldMk cId="1692432882" sldId="279"/>
            <ac:spMk id="77" creationId="{8156D4EF-48F2-BD3A-53A8-2CC5D96ED0B3}"/>
          </ac:spMkLst>
        </pc:spChg>
        <pc:spChg chg="add mod">
          <ac:chgData name="Dana Phillips" userId="95b51ed8-0e00-4b2e-bce2-548d1f45efff" providerId="ADAL" clId="{84B05A5A-36F2-4096-8A60-0C04BF2F9C49}" dt="2026-03-16T14:24:32.656" v="217"/>
          <ac:spMkLst>
            <pc:docMk/>
            <pc:sldMk cId="1692432882" sldId="279"/>
            <ac:spMk id="78" creationId="{B6F6C05D-3CC4-6B93-3AEC-50FDB3DE190F}"/>
          </ac:spMkLst>
        </pc:spChg>
        <pc:spChg chg="add mod">
          <ac:chgData name="Dana Phillips" userId="95b51ed8-0e00-4b2e-bce2-548d1f45efff" providerId="ADAL" clId="{84B05A5A-36F2-4096-8A60-0C04BF2F9C49}" dt="2026-03-16T14:24:32.656" v="217"/>
          <ac:spMkLst>
            <pc:docMk/>
            <pc:sldMk cId="1692432882" sldId="279"/>
            <ac:spMk id="79" creationId="{988E5AAB-1369-84B9-07C7-EC8ED4126931}"/>
          </ac:spMkLst>
        </pc:spChg>
        <pc:spChg chg="add mod">
          <ac:chgData name="Dana Phillips" userId="95b51ed8-0e00-4b2e-bce2-548d1f45efff" providerId="ADAL" clId="{84B05A5A-36F2-4096-8A60-0C04BF2F9C49}" dt="2026-03-16T14:24:32.656" v="217"/>
          <ac:spMkLst>
            <pc:docMk/>
            <pc:sldMk cId="1692432882" sldId="279"/>
            <ac:spMk id="80" creationId="{E0B787E0-BAF7-5FF5-A37E-A1FDF33785BD}"/>
          </ac:spMkLst>
        </pc:spChg>
        <pc:spChg chg="add mod">
          <ac:chgData name="Dana Phillips" userId="95b51ed8-0e00-4b2e-bce2-548d1f45efff" providerId="ADAL" clId="{84B05A5A-36F2-4096-8A60-0C04BF2F9C49}" dt="2026-03-16T14:24:32.656" v="217"/>
          <ac:spMkLst>
            <pc:docMk/>
            <pc:sldMk cId="1692432882" sldId="279"/>
            <ac:spMk id="82" creationId="{EE8C6DB1-321F-8F25-DAA1-F4720FB63962}"/>
          </ac:spMkLst>
        </pc:spChg>
        <pc:spChg chg="mod">
          <ac:chgData name="Dana Phillips" userId="95b51ed8-0e00-4b2e-bce2-548d1f45efff" providerId="ADAL" clId="{84B05A5A-36F2-4096-8A60-0C04BF2F9C49}" dt="2026-03-16T14:26:08.031" v="226" actId="14100"/>
          <ac:spMkLst>
            <pc:docMk/>
            <pc:sldMk cId="1692432882" sldId="279"/>
            <ac:spMk id="88" creationId="{542D22F5-3701-605D-68DC-D32EC86114B2}"/>
          </ac:spMkLst>
        </pc:spChg>
        <pc:spChg chg="mod">
          <ac:chgData name="Dana Phillips" userId="95b51ed8-0e00-4b2e-bce2-548d1f45efff" providerId="ADAL" clId="{84B05A5A-36F2-4096-8A60-0C04BF2F9C49}" dt="2026-03-16T14:27:26.917" v="470" actId="1076"/>
          <ac:spMkLst>
            <pc:docMk/>
            <pc:sldMk cId="1692432882" sldId="279"/>
            <ac:spMk id="89" creationId="{B85D4AE9-C31E-E712-5D93-14F37B18F7C6}"/>
          </ac:spMkLst>
        </pc:spChg>
        <pc:spChg chg="add mod">
          <ac:chgData name="Dana Phillips" userId="95b51ed8-0e00-4b2e-bce2-548d1f45efff" providerId="ADAL" clId="{84B05A5A-36F2-4096-8A60-0C04BF2F9C49}" dt="2026-03-16T14:28:53.716" v="480" actId="164"/>
          <ac:spMkLst>
            <pc:docMk/>
            <pc:sldMk cId="1692432882" sldId="279"/>
            <ac:spMk id="91" creationId="{EA10F1DA-75F1-5093-E596-479FE8CED987}"/>
          </ac:spMkLst>
        </pc:spChg>
        <pc:spChg chg="mod">
          <ac:chgData name="Dana Phillips" userId="95b51ed8-0e00-4b2e-bce2-548d1f45efff" providerId="ADAL" clId="{84B05A5A-36F2-4096-8A60-0C04BF2F9C49}" dt="2026-03-16T14:26:47.964" v="402" actId="20577"/>
          <ac:spMkLst>
            <pc:docMk/>
            <pc:sldMk cId="1692432882" sldId="279"/>
            <ac:spMk id="93" creationId="{9FDD06A6-6FEC-E378-1947-00663F7FDED4}"/>
          </ac:spMkLst>
        </pc:spChg>
        <pc:spChg chg="add mod">
          <ac:chgData name="Dana Phillips" userId="95b51ed8-0e00-4b2e-bce2-548d1f45efff" providerId="ADAL" clId="{84B05A5A-36F2-4096-8A60-0C04BF2F9C49}" dt="2026-03-16T14:28:53.716" v="480" actId="164"/>
          <ac:spMkLst>
            <pc:docMk/>
            <pc:sldMk cId="1692432882" sldId="279"/>
            <ac:spMk id="94" creationId="{04CAACD0-3A31-CCBE-C0D4-4B34F3735A0A}"/>
          </ac:spMkLst>
        </pc:spChg>
        <pc:spChg chg="add mod">
          <ac:chgData name="Dana Phillips" userId="95b51ed8-0e00-4b2e-bce2-548d1f45efff" providerId="ADAL" clId="{84B05A5A-36F2-4096-8A60-0C04BF2F9C49}" dt="2026-03-16T14:28:53.716" v="480" actId="164"/>
          <ac:spMkLst>
            <pc:docMk/>
            <pc:sldMk cId="1692432882" sldId="279"/>
            <ac:spMk id="95" creationId="{D4206AEA-0184-ECB4-424E-1E5C3BFB3F88}"/>
          </ac:spMkLst>
        </pc:spChg>
        <pc:spChg chg="add mod">
          <ac:chgData name="Dana Phillips" userId="95b51ed8-0e00-4b2e-bce2-548d1f45efff" providerId="ADAL" clId="{84B05A5A-36F2-4096-8A60-0C04BF2F9C49}" dt="2026-03-16T14:28:53.716" v="480" actId="164"/>
          <ac:spMkLst>
            <pc:docMk/>
            <pc:sldMk cId="1692432882" sldId="279"/>
            <ac:spMk id="98" creationId="{3FA287C6-C3EF-D801-52D6-3D61F7B54306}"/>
          </ac:spMkLst>
        </pc:spChg>
        <pc:spChg chg="add mod">
          <ac:chgData name="Dana Phillips" userId="95b51ed8-0e00-4b2e-bce2-548d1f45efff" providerId="ADAL" clId="{84B05A5A-36F2-4096-8A60-0C04BF2F9C49}" dt="2026-03-16T14:28:53.716" v="480" actId="164"/>
          <ac:spMkLst>
            <pc:docMk/>
            <pc:sldMk cId="1692432882" sldId="279"/>
            <ac:spMk id="99" creationId="{1F7C46C6-D7F8-CE70-C587-EF8151B37B7F}"/>
          </ac:spMkLst>
        </pc:spChg>
        <pc:spChg chg="add mod">
          <ac:chgData name="Dana Phillips" userId="95b51ed8-0e00-4b2e-bce2-548d1f45efff" providerId="ADAL" clId="{84B05A5A-36F2-4096-8A60-0C04BF2F9C49}" dt="2026-03-16T14:28:53.716" v="480" actId="164"/>
          <ac:spMkLst>
            <pc:docMk/>
            <pc:sldMk cId="1692432882" sldId="279"/>
            <ac:spMk id="101" creationId="{E73F0319-0D32-E157-5B49-A8AEA7E5D4AA}"/>
          </ac:spMkLst>
        </pc:spChg>
        <pc:spChg chg="add mod">
          <ac:chgData name="Dana Phillips" userId="95b51ed8-0e00-4b2e-bce2-548d1f45efff" providerId="ADAL" clId="{84B05A5A-36F2-4096-8A60-0C04BF2F9C49}" dt="2026-03-16T14:28:53.716" v="480" actId="164"/>
          <ac:spMkLst>
            <pc:docMk/>
            <pc:sldMk cId="1692432882" sldId="279"/>
            <ac:spMk id="103" creationId="{B7045FA1-1F0D-AFEB-2FD6-243C8D76613A}"/>
          </ac:spMkLst>
        </pc:spChg>
        <pc:spChg chg="add mod">
          <ac:chgData name="Dana Phillips" userId="95b51ed8-0e00-4b2e-bce2-548d1f45efff" providerId="ADAL" clId="{84B05A5A-36F2-4096-8A60-0C04BF2F9C49}" dt="2026-03-16T14:28:53.716" v="480" actId="164"/>
          <ac:spMkLst>
            <pc:docMk/>
            <pc:sldMk cId="1692432882" sldId="279"/>
            <ac:spMk id="104" creationId="{D863BAEF-8781-6CD2-C45C-CA2A11C339EC}"/>
          </ac:spMkLst>
        </pc:spChg>
        <pc:spChg chg="add mod">
          <ac:chgData name="Dana Phillips" userId="95b51ed8-0e00-4b2e-bce2-548d1f45efff" providerId="ADAL" clId="{84B05A5A-36F2-4096-8A60-0C04BF2F9C49}" dt="2026-03-16T14:28:53.716" v="480" actId="164"/>
          <ac:spMkLst>
            <pc:docMk/>
            <pc:sldMk cId="1692432882" sldId="279"/>
            <ac:spMk id="105" creationId="{5DA6BD4C-DB32-A9B6-42F7-3930C866A0A9}"/>
          </ac:spMkLst>
        </pc:spChg>
        <pc:spChg chg="add mod">
          <ac:chgData name="Dana Phillips" userId="95b51ed8-0e00-4b2e-bce2-548d1f45efff" providerId="ADAL" clId="{84B05A5A-36F2-4096-8A60-0C04BF2F9C49}" dt="2026-03-16T14:28:53.716" v="480" actId="164"/>
          <ac:spMkLst>
            <pc:docMk/>
            <pc:sldMk cId="1692432882" sldId="279"/>
            <ac:spMk id="108" creationId="{671910A3-130F-CE87-C322-A5411A5EF682}"/>
          </ac:spMkLst>
        </pc:spChg>
        <pc:spChg chg="add del mod">
          <ac:chgData name="Dana Phillips" userId="95b51ed8-0e00-4b2e-bce2-548d1f45efff" providerId="ADAL" clId="{84B05A5A-36F2-4096-8A60-0C04BF2F9C49}" dt="2026-03-16T14:28:32.423" v="476" actId="478"/>
          <ac:spMkLst>
            <pc:docMk/>
            <pc:sldMk cId="1692432882" sldId="279"/>
            <ac:spMk id="111" creationId="{F49B8040-E5CC-9187-DA49-2DCA7BF8E041}"/>
          </ac:spMkLst>
        </pc:spChg>
        <pc:spChg chg="add del mod">
          <ac:chgData name="Dana Phillips" userId="95b51ed8-0e00-4b2e-bce2-548d1f45efff" providerId="ADAL" clId="{84B05A5A-36F2-4096-8A60-0C04BF2F9C49}" dt="2026-03-16T14:28:41.496" v="479" actId="478"/>
          <ac:spMkLst>
            <pc:docMk/>
            <pc:sldMk cId="1692432882" sldId="279"/>
            <ac:spMk id="113" creationId="{01AF12AD-99F7-F940-5C91-232B21EA42E5}"/>
          </ac:spMkLst>
        </pc:spChg>
        <pc:spChg chg="mod">
          <ac:chgData name="Dana Phillips" userId="95b51ed8-0e00-4b2e-bce2-548d1f45efff" providerId="ADAL" clId="{84B05A5A-36F2-4096-8A60-0C04BF2F9C49}" dt="2026-03-16T14:28:57.605" v="481"/>
          <ac:spMkLst>
            <pc:docMk/>
            <pc:sldMk cId="1692432882" sldId="279"/>
            <ac:spMk id="118" creationId="{74F75177-7B81-7EFD-9704-466C60CBAB11}"/>
          </ac:spMkLst>
        </pc:spChg>
        <pc:spChg chg="mod">
          <ac:chgData name="Dana Phillips" userId="95b51ed8-0e00-4b2e-bce2-548d1f45efff" providerId="ADAL" clId="{84B05A5A-36F2-4096-8A60-0C04BF2F9C49}" dt="2026-03-16T14:28:57.605" v="481"/>
          <ac:spMkLst>
            <pc:docMk/>
            <pc:sldMk cId="1692432882" sldId="279"/>
            <ac:spMk id="120" creationId="{66DAD8A8-D6D0-D516-6708-429E8078B13A}"/>
          </ac:spMkLst>
        </pc:spChg>
        <pc:spChg chg="mod">
          <ac:chgData name="Dana Phillips" userId="95b51ed8-0e00-4b2e-bce2-548d1f45efff" providerId="ADAL" clId="{84B05A5A-36F2-4096-8A60-0C04BF2F9C49}" dt="2026-03-16T14:28:57.605" v="481"/>
          <ac:spMkLst>
            <pc:docMk/>
            <pc:sldMk cId="1692432882" sldId="279"/>
            <ac:spMk id="122" creationId="{40F14098-5BA6-AAF4-93CA-1D65B57DD1A4}"/>
          </ac:spMkLst>
        </pc:spChg>
        <pc:spChg chg="mod">
          <ac:chgData name="Dana Phillips" userId="95b51ed8-0e00-4b2e-bce2-548d1f45efff" providerId="ADAL" clId="{84B05A5A-36F2-4096-8A60-0C04BF2F9C49}" dt="2026-03-16T14:28:57.605" v="481"/>
          <ac:spMkLst>
            <pc:docMk/>
            <pc:sldMk cId="1692432882" sldId="279"/>
            <ac:spMk id="126" creationId="{2AB42F18-ED5F-5705-8F89-32A644A6CAF4}"/>
          </ac:spMkLst>
        </pc:spChg>
        <pc:spChg chg="mod">
          <ac:chgData name="Dana Phillips" userId="95b51ed8-0e00-4b2e-bce2-548d1f45efff" providerId="ADAL" clId="{84B05A5A-36F2-4096-8A60-0C04BF2F9C49}" dt="2026-03-16T14:28:57.605" v="481"/>
          <ac:spMkLst>
            <pc:docMk/>
            <pc:sldMk cId="1692432882" sldId="279"/>
            <ac:spMk id="128" creationId="{D8535CBA-8996-8CA4-1546-2BC22F5A0C69}"/>
          </ac:spMkLst>
        </pc:spChg>
        <pc:spChg chg="mod">
          <ac:chgData name="Dana Phillips" userId="95b51ed8-0e00-4b2e-bce2-548d1f45efff" providerId="ADAL" clId="{84B05A5A-36F2-4096-8A60-0C04BF2F9C49}" dt="2026-03-16T14:28:57.605" v="481"/>
          <ac:spMkLst>
            <pc:docMk/>
            <pc:sldMk cId="1692432882" sldId="279"/>
            <ac:spMk id="129" creationId="{4FF5AAE4-00B4-A3C0-61CF-231C63AFCE67}"/>
          </ac:spMkLst>
        </pc:spChg>
        <pc:spChg chg="mod">
          <ac:chgData name="Dana Phillips" userId="95b51ed8-0e00-4b2e-bce2-548d1f45efff" providerId="ADAL" clId="{84B05A5A-36F2-4096-8A60-0C04BF2F9C49}" dt="2026-03-16T14:28:57.605" v="481"/>
          <ac:spMkLst>
            <pc:docMk/>
            <pc:sldMk cId="1692432882" sldId="279"/>
            <ac:spMk id="131" creationId="{56BE14D2-421C-8ED5-42C5-F3644C739A71}"/>
          </ac:spMkLst>
        </pc:spChg>
        <pc:spChg chg="mod">
          <ac:chgData name="Dana Phillips" userId="95b51ed8-0e00-4b2e-bce2-548d1f45efff" providerId="ADAL" clId="{84B05A5A-36F2-4096-8A60-0C04BF2F9C49}" dt="2026-03-16T14:28:57.605" v="481"/>
          <ac:spMkLst>
            <pc:docMk/>
            <pc:sldMk cId="1692432882" sldId="279"/>
            <ac:spMk id="137" creationId="{5C876505-708D-757B-23A2-030D8F548E4C}"/>
          </ac:spMkLst>
        </pc:spChg>
        <pc:spChg chg="mod">
          <ac:chgData name="Dana Phillips" userId="95b51ed8-0e00-4b2e-bce2-548d1f45efff" providerId="ADAL" clId="{84B05A5A-36F2-4096-8A60-0C04BF2F9C49}" dt="2026-03-16T14:28:57.605" v="481"/>
          <ac:spMkLst>
            <pc:docMk/>
            <pc:sldMk cId="1692432882" sldId="279"/>
            <ac:spMk id="138" creationId="{1E6A118E-F840-E893-D964-2AF6E4EA3DEE}"/>
          </ac:spMkLst>
        </pc:spChg>
        <pc:spChg chg="mod">
          <ac:chgData name="Dana Phillips" userId="95b51ed8-0e00-4b2e-bce2-548d1f45efff" providerId="ADAL" clId="{84B05A5A-36F2-4096-8A60-0C04BF2F9C49}" dt="2026-03-16T14:28:57.605" v="481"/>
          <ac:spMkLst>
            <pc:docMk/>
            <pc:sldMk cId="1692432882" sldId="279"/>
            <ac:spMk id="139" creationId="{97987274-738D-2340-469D-23C2A0FAC0B2}"/>
          </ac:spMkLst>
        </pc:spChg>
        <pc:spChg chg="add mod ord">
          <ac:chgData name="Dana Phillips" userId="95b51ed8-0e00-4b2e-bce2-548d1f45efff" providerId="ADAL" clId="{84B05A5A-36F2-4096-8A60-0C04BF2F9C49}" dt="2026-03-16T14:29:21.439" v="485" actId="167"/>
          <ac:spMkLst>
            <pc:docMk/>
            <pc:sldMk cId="1692432882" sldId="279"/>
            <ac:spMk id="141" creationId="{A2D1ACFF-1D26-7B32-D52C-46D368BBB0D6}"/>
          </ac:spMkLst>
        </pc:spChg>
        <pc:spChg chg="add del mod">
          <ac:chgData name="Dana Phillips" userId="95b51ed8-0e00-4b2e-bce2-548d1f45efff" providerId="ADAL" clId="{84B05A5A-36F2-4096-8A60-0C04BF2F9C49}" dt="2026-03-16T14:32:11.884" v="515" actId="478"/>
          <ac:spMkLst>
            <pc:docMk/>
            <pc:sldMk cId="1692432882" sldId="279"/>
            <ac:spMk id="142" creationId="{72D64A34-31B6-EFC8-7B48-7D50E5A3487A}"/>
          </ac:spMkLst>
        </pc:spChg>
        <pc:spChg chg="add del mod">
          <ac:chgData name="Dana Phillips" userId="95b51ed8-0e00-4b2e-bce2-548d1f45efff" providerId="ADAL" clId="{84B05A5A-36F2-4096-8A60-0C04BF2F9C49}" dt="2026-03-16T14:32:29.091" v="518" actId="21"/>
          <ac:spMkLst>
            <pc:docMk/>
            <pc:sldMk cId="1692432882" sldId="279"/>
            <ac:spMk id="143" creationId="{858793F8-18B9-CE17-EA63-9C5E76BAC58D}"/>
          </ac:spMkLst>
        </pc:spChg>
        <pc:grpChg chg="del mod">
          <ac:chgData name="Dana Phillips" userId="95b51ed8-0e00-4b2e-bce2-548d1f45efff" providerId="ADAL" clId="{84B05A5A-36F2-4096-8A60-0C04BF2F9C49}" dt="2026-03-16T14:29:30.726" v="487" actId="478"/>
          <ac:grpSpMkLst>
            <pc:docMk/>
            <pc:sldMk cId="1692432882" sldId="279"/>
            <ac:grpSpMk id="115" creationId="{F2069D3B-0CFE-8738-04DD-3118C9BE5614}"/>
          </ac:grpSpMkLst>
        </pc:grpChg>
        <pc:picChg chg="add del mod ord">
          <ac:chgData name="Dana Phillips" userId="95b51ed8-0e00-4b2e-bce2-548d1f45efff" providerId="ADAL" clId="{84B05A5A-36F2-4096-8A60-0C04BF2F9C49}" dt="2026-03-16T14:29:04.327" v="483" actId="478"/>
          <ac:picMkLst>
            <pc:docMk/>
            <pc:sldMk cId="1692432882" sldId="279"/>
            <ac:picMk id="109" creationId="{DDA1AFDC-3A5F-01B3-E9D6-49AFD641896F}"/>
          </ac:picMkLst>
        </pc:picChg>
      </pc:sldChg>
      <pc:sldChg chg="addSp delSp modSp new mod">
        <pc:chgData name="Dana Phillips" userId="95b51ed8-0e00-4b2e-bce2-548d1f45efff" providerId="ADAL" clId="{84B05A5A-36F2-4096-8A60-0C04BF2F9C49}" dt="2026-03-16T17:32:56.598" v="767" actId="20577"/>
        <pc:sldMkLst>
          <pc:docMk/>
          <pc:sldMk cId="2505829776" sldId="280"/>
        </pc:sldMkLst>
        <pc:spChg chg="mod">
          <ac:chgData name="Dana Phillips" userId="95b51ed8-0e00-4b2e-bce2-548d1f45efff" providerId="ADAL" clId="{84B05A5A-36F2-4096-8A60-0C04BF2F9C49}" dt="2026-03-16T14:33:23.956" v="534"/>
          <ac:spMkLst>
            <pc:docMk/>
            <pc:sldMk cId="2505829776" sldId="280"/>
            <ac:spMk id="2" creationId="{C10A3755-07E8-7210-6A82-D59E41BB8B44}"/>
          </ac:spMkLst>
        </pc:spChg>
        <pc:spChg chg="add del mod">
          <ac:chgData name="Dana Phillips" userId="95b51ed8-0e00-4b2e-bce2-548d1f45efff" providerId="ADAL" clId="{84B05A5A-36F2-4096-8A60-0C04BF2F9C49}" dt="2026-03-16T14:32:40.163" v="531" actId="20577"/>
          <ac:spMkLst>
            <pc:docMk/>
            <pc:sldMk cId="2505829776" sldId="280"/>
            <ac:spMk id="4" creationId="{301208A4-3600-C8FD-8AB1-3CFA45841EB8}"/>
          </ac:spMkLst>
        </pc:spChg>
        <pc:spChg chg="mod">
          <ac:chgData name="Dana Phillips" userId="95b51ed8-0e00-4b2e-bce2-548d1f45efff" providerId="ADAL" clId="{84B05A5A-36F2-4096-8A60-0C04BF2F9C49}" dt="2026-03-16T14:30:56.816" v="502" actId="20577"/>
          <ac:spMkLst>
            <pc:docMk/>
            <pc:sldMk cId="2505829776" sldId="280"/>
            <ac:spMk id="6" creationId="{6AABBD1A-D5DC-A63B-DBC3-E22B116BC4F4}"/>
          </ac:spMkLst>
        </pc:spChg>
        <pc:spChg chg="add mod">
          <ac:chgData name="Dana Phillips" userId="95b51ed8-0e00-4b2e-bce2-548d1f45efff" providerId="ADAL" clId="{84B05A5A-36F2-4096-8A60-0C04BF2F9C49}" dt="2026-03-16T14:31:31.243" v="504" actId="1076"/>
          <ac:spMkLst>
            <pc:docMk/>
            <pc:sldMk cId="2505829776" sldId="280"/>
            <ac:spMk id="7" creationId="{2A0F4672-8D90-1169-3C3D-47936ADAF38E}"/>
          </ac:spMkLst>
        </pc:spChg>
        <pc:spChg chg="add mod">
          <ac:chgData name="Dana Phillips" userId="95b51ed8-0e00-4b2e-bce2-548d1f45efff" providerId="ADAL" clId="{84B05A5A-36F2-4096-8A60-0C04BF2F9C49}" dt="2026-03-16T14:31:31.243" v="504" actId="1076"/>
          <ac:spMkLst>
            <pc:docMk/>
            <pc:sldMk cId="2505829776" sldId="280"/>
            <ac:spMk id="13" creationId="{7E28D93B-E20F-1634-C577-267FC6BDEF68}"/>
          </ac:spMkLst>
        </pc:spChg>
        <pc:spChg chg="add mod">
          <ac:chgData name="Dana Phillips" userId="95b51ed8-0e00-4b2e-bce2-548d1f45efff" providerId="ADAL" clId="{84B05A5A-36F2-4096-8A60-0C04BF2F9C49}" dt="2026-03-16T14:31:31.243" v="504" actId="1076"/>
          <ac:spMkLst>
            <pc:docMk/>
            <pc:sldMk cId="2505829776" sldId="280"/>
            <ac:spMk id="14" creationId="{3F551AF0-0D64-AC71-3A00-84C420FA18D4}"/>
          </ac:spMkLst>
        </pc:spChg>
        <pc:spChg chg="add mod">
          <ac:chgData name="Dana Phillips" userId="95b51ed8-0e00-4b2e-bce2-548d1f45efff" providerId="ADAL" clId="{84B05A5A-36F2-4096-8A60-0C04BF2F9C49}" dt="2026-03-16T14:31:31.243" v="504" actId="1076"/>
          <ac:spMkLst>
            <pc:docMk/>
            <pc:sldMk cId="2505829776" sldId="280"/>
            <ac:spMk id="15" creationId="{7DF582C4-EE18-A205-54A3-D1B478990F88}"/>
          </ac:spMkLst>
        </pc:spChg>
        <pc:spChg chg="add mod">
          <ac:chgData name="Dana Phillips" userId="95b51ed8-0e00-4b2e-bce2-548d1f45efff" providerId="ADAL" clId="{84B05A5A-36F2-4096-8A60-0C04BF2F9C49}" dt="2026-03-16T14:31:31.243" v="504" actId="1076"/>
          <ac:spMkLst>
            <pc:docMk/>
            <pc:sldMk cId="2505829776" sldId="280"/>
            <ac:spMk id="18" creationId="{4FE2A7E5-1A5B-09AF-E895-BDD70FFCE8ED}"/>
          </ac:spMkLst>
        </pc:spChg>
        <pc:spChg chg="add mod">
          <ac:chgData name="Dana Phillips" userId="95b51ed8-0e00-4b2e-bce2-548d1f45efff" providerId="ADAL" clId="{84B05A5A-36F2-4096-8A60-0C04BF2F9C49}" dt="2026-03-16T14:31:31.243" v="504" actId="1076"/>
          <ac:spMkLst>
            <pc:docMk/>
            <pc:sldMk cId="2505829776" sldId="280"/>
            <ac:spMk id="20" creationId="{0B665B5A-18AD-FE7A-C893-61F1BCA877DB}"/>
          </ac:spMkLst>
        </pc:spChg>
        <pc:spChg chg="add mod">
          <ac:chgData name="Dana Phillips" userId="95b51ed8-0e00-4b2e-bce2-548d1f45efff" providerId="ADAL" clId="{84B05A5A-36F2-4096-8A60-0C04BF2F9C49}" dt="2026-03-16T14:31:31.243" v="504" actId="1076"/>
          <ac:spMkLst>
            <pc:docMk/>
            <pc:sldMk cId="2505829776" sldId="280"/>
            <ac:spMk id="21" creationId="{94516FD9-7DC5-3C14-5623-E72FF357E51A}"/>
          </ac:spMkLst>
        </pc:spChg>
        <pc:spChg chg="add mod">
          <ac:chgData name="Dana Phillips" userId="95b51ed8-0e00-4b2e-bce2-548d1f45efff" providerId="ADAL" clId="{84B05A5A-36F2-4096-8A60-0C04BF2F9C49}" dt="2026-03-16T14:31:31.243" v="504" actId="1076"/>
          <ac:spMkLst>
            <pc:docMk/>
            <pc:sldMk cId="2505829776" sldId="280"/>
            <ac:spMk id="23" creationId="{BDD1DC09-48A4-5F64-A3AC-6B310F061AF4}"/>
          </ac:spMkLst>
        </pc:spChg>
        <pc:spChg chg="add mod">
          <ac:chgData name="Dana Phillips" userId="95b51ed8-0e00-4b2e-bce2-548d1f45efff" providerId="ADAL" clId="{84B05A5A-36F2-4096-8A60-0C04BF2F9C49}" dt="2026-03-16T14:31:31.243" v="504" actId="1076"/>
          <ac:spMkLst>
            <pc:docMk/>
            <pc:sldMk cId="2505829776" sldId="280"/>
            <ac:spMk id="24" creationId="{1587D38C-2582-A454-C95C-31D723A917D8}"/>
          </ac:spMkLst>
        </pc:spChg>
        <pc:spChg chg="add mod">
          <ac:chgData name="Dana Phillips" userId="95b51ed8-0e00-4b2e-bce2-548d1f45efff" providerId="ADAL" clId="{84B05A5A-36F2-4096-8A60-0C04BF2F9C49}" dt="2026-03-16T14:31:31.243" v="504" actId="1076"/>
          <ac:spMkLst>
            <pc:docMk/>
            <pc:sldMk cId="2505829776" sldId="280"/>
            <ac:spMk id="25" creationId="{BDE6E531-CC67-4921-A7D6-387190404925}"/>
          </ac:spMkLst>
        </pc:spChg>
        <pc:spChg chg="add mod">
          <ac:chgData name="Dana Phillips" userId="95b51ed8-0e00-4b2e-bce2-548d1f45efff" providerId="ADAL" clId="{84B05A5A-36F2-4096-8A60-0C04BF2F9C49}" dt="2026-03-16T17:32:56.598" v="767" actId="20577"/>
          <ac:spMkLst>
            <pc:docMk/>
            <pc:sldMk cId="2505829776" sldId="280"/>
            <ac:spMk id="27" creationId="{2F075E4C-4CE9-B77E-4A56-3F496C2D1D98}"/>
          </ac:spMkLst>
        </pc:spChg>
        <pc:spChg chg="add mod">
          <ac:chgData name="Dana Phillips" userId="95b51ed8-0e00-4b2e-bce2-548d1f45efff" providerId="ADAL" clId="{84B05A5A-36F2-4096-8A60-0C04BF2F9C49}" dt="2026-03-16T14:32:34.313" v="520"/>
          <ac:spMkLst>
            <pc:docMk/>
            <pc:sldMk cId="2505829776" sldId="280"/>
            <ac:spMk id="143" creationId="{858793F8-18B9-CE17-EA63-9C5E76BAC58D}"/>
          </ac:spMkLst>
        </pc:spChg>
      </pc:sldChg>
      <pc:sldChg chg="addSp delSp modSp new mod">
        <pc:chgData name="Dana Phillips" userId="95b51ed8-0e00-4b2e-bce2-548d1f45efff" providerId="ADAL" clId="{84B05A5A-36F2-4096-8A60-0C04BF2F9C49}" dt="2026-03-16T14:40:10.370" v="649" actId="20577"/>
        <pc:sldMkLst>
          <pc:docMk/>
          <pc:sldMk cId="621396966" sldId="281"/>
        </pc:sldMkLst>
        <pc:spChg chg="mod">
          <ac:chgData name="Dana Phillips" userId="95b51ed8-0e00-4b2e-bce2-548d1f45efff" providerId="ADAL" clId="{84B05A5A-36F2-4096-8A60-0C04BF2F9C49}" dt="2026-03-16T14:40:10.370" v="649" actId="20577"/>
          <ac:spMkLst>
            <pc:docMk/>
            <pc:sldMk cId="621396966" sldId="281"/>
            <ac:spMk id="2" creationId="{90965D06-6EF4-C8E1-F945-A03993FB7148}"/>
          </ac:spMkLst>
        </pc:spChg>
        <pc:spChg chg="mod">
          <ac:chgData name="Dana Phillips" userId="95b51ed8-0e00-4b2e-bce2-548d1f45efff" providerId="ADAL" clId="{84B05A5A-36F2-4096-8A60-0C04BF2F9C49}" dt="2026-03-16T14:38:05.969" v="614" actId="20577"/>
          <ac:spMkLst>
            <pc:docMk/>
            <pc:sldMk cId="621396966" sldId="281"/>
            <ac:spMk id="4" creationId="{D120FBBD-D8E1-BF75-CFBD-199B7EB32CFE}"/>
          </ac:spMkLst>
        </pc:spChg>
        <pc:spChg chg="mod">
          <ac:chgData name="Dana Phillips" userId="95b51ed8-0e00-4b2e-bce2-548d1f45efff" providerId="ADAL" clId="{84B05A5A-36F2-4096-8A60-0C04BF2F9C49}" dt="2026-03-16T14:39:39.059" v="622" actId="20577"/>
          <ac:spMkLst>
            <pc:docMk/>
            <pc:sldMk cId="621396966" sldId="281"/>
            <ac:spMk id="5" creationId="{C7B3ED05-BF30-BB9A-72C4-FF074DAA57C9}"/>
          </ac:spMkLst>
        </pc:spChg>
        <pc:spChg chg="mod">
          <ac:chgData name="Dana Phillips" userId="95b51ed8-0e00-4b2e-bce2-548d1f45efff" providerId="ADAL" clId="{84B05A5A-36F2-4096-8A60-0C04BF2F9C49}" dt="2026-03-16T14:36:25.679" v="544" actId="20577"/>
          <ac:spMkLst>
            <pc:docMk/>
            <pc:sldMk cId="621396966" sldId="281"/>
            <ac:spMk id="6" creationId="{DF69A50B-513E-04AA-B81C-3FAB6EB23B31}"/>
          </ac:spMkLst>
        </pc:spChg>
        <pc:spChg chg="add del mod">
          <ac:chgData name="Dana Phillips" userId="95b51ed8-0e00-4b2e-bce2-548d1f45efff" providerId="ADAL" clId="{84B05A5A-36F2-4096-8A60-0C04BF2F9C49}" dt="2026-03-16T14:38:28.706" v="616" actId="478"/>
          <ac:spMkLst>
            <pc:docMk/>
            <pc:sldMk cId="621396966" sldId="281"/>
            <ac:spMk id="7" creationId="{90525916-8D4D-E8A0-3375-32E1E6B5988F}"/>
          </ac:spMkLst>
        </pc:spChg>
        <pc:spChg chg="add mod">
          <ac:chgData name="Dana Phillips" userId="95b51ed8-0e00-4b2e-bce2-548d1f45efff" providerId="ADAL" clId="{84B05A5A-36F2-4096-8A60-0C04BF2F9C49}" dt="2026-03-16T14:38:38.954" v="618" actId="1076"/>
          <ac:spMkLst>
            <pc:docMk/>
            <pc:sldMk cId="621396966" sldId="281"/>
            <ac:spMk id="8" creationId="{765D3CCB-EBFB-DF40-D292-64756AC65842}"/>
          </ac:spMkLst>
        </pc:spChg>
        <pc:spChg chg="add mod">
          <ac:chgData name="Dana Phillips" userId="95b51ed8-0e00-4b2e-bce2-548d1f45efff" providerId="ADAL" clId="{84B05A5A-36F2-4096-8A60-0C04BF2F9C49}" dt="2026-03-16T14:38:38.954" v="618" actId="1076"/>
          <ac:spMkLst>
            <pc:docMk/>
            <pc:sldMk cId="621396966" sldId="281"/>
            <ac:spMk id="9" creationId="{13A39E00-AF59-CE14-9450-0F3248385CC3}"/>
          </ac:spMkLst>
        </pc:spChg>
        <pc:spChg chg="add mod">
          <ac:chgData name="Dana Phillips" userId="95b51ed8-0e00-4b2e-bce2-548d1f45efff" providerId="ADAL" clId="{84B05A5A-36F2-4096-8A60-0C04BF2F9C49}" dt="2026-03-16T14:39:08.021" v="620" actId="1076"/>
          <ac:spMkLst>
            <pc:docMk/>
            <pc:sldMk cId="621396966" sldId="281"/>
            <ac:spMk id="10" creationId="{99C5C12E-7900-A317-7120-24E7FD5C874E}"/>
          </ac:spMkLst>
        </pc:spChg>
        <pc:spChg chg="add mod">
          <ac:chgData name="Dana Phillips" userId="95b51ed8-0e00-4b2e-bce2-548d1f45efff" providerId="ADAL" clId="{84B05A5A-36F2-4096-8A60-0C04BF2F9C49}" dt="2026-03-16T14:39:08.021" v="620" actId="1076"/>
          <ac:spMkLst>
            <pc:docMk/>
            <pc:sldMk cId="621396966" sldId="281"/>
            <ac:spMk id="11" creationId="{DE08F066-02FA-5385-8205-8C1BFB045175}"/>
          </ac:spMkLst>
        </pc:spChg>
        <pc:spChg chg="add mod">
          <ac:chgData name="Dana Phillips" userId="95b51ed8-0e00-4b2e-bce2-548d1f45efff" providerId="ADAL" clId="{84B05A5A-36F2-4096-8A60-0C04BF2F9C49}" dt="2026-03-16T14:39:08.021" v="620" actId="1076"/>
          <ac:spMkLst>
            <pc:docMk/>
            <pc:sldMk cId="621396966" sldId="281"/>
            <ac:spMk id="12" creationId="{3276380E-9BA0-A4FA-224C-EC752B115834}"/>
          </ac:spMkLst>
        </pc:spChg>
        <pc:spChg chg="add mod">
          <ac:chgData name="Dana Phillips" userId="95b51ed8-0e00-4b2e-bce2-548d1f45efff" providerId="ADAL" clId="{84B05A5A-36F2-4096-8A60-0C04BF2F9C49}" dt="2026-03-16T14:39:08.021" v="620" actId="1076"/>
          <ac:spMkLst>
            <pc:docMk/>
            <pc:sldMk cId="621396966" sldId="281"/>
            <ac:spMk id="13" creationId="{5A69EB2A-F682-E63A-5024-D99C44F44683}"/>
          </ac:spMkLst>
        </pc:spChg>
        <pc:spChg chg="add mod">
          <ac:chgData name="Dana Phillips" userId="95b51ed8-0e00-4b2e-bce2-548d1f45efff" providerId="ADAL" clId="{84B05A5A-36F2-4096-8A60-0C04BF2F9C49}" dt="2026-03-16T14:39:08.021" v="620" actId="1076"/>
          <ac:spMkLst>
            <pc:docMk/>
            <pc:sldMk cId="621396966" sldId="281"/>
            <ac:spMk id="14" creationId="{B4012898-7CB6-5BCE-6282-2FD8BCEB1D3F}"/>
          </ac:spMkLst>
        </pc:spChg>
        <pc:spChg chg="add mod">
          <ac:chgData name="Dana Phillips" userId="95b51ed8-0e00-4b2e-bce2-548d1f45efff" providerId="ADAL" clId="{84B05A5A-36F2-4096-8A60-0C04BF2F9C49}" dt="2026-03-16T14:39:08.021" v="620" actId="1076"/>
          <ac:spMkLst>
            <pc:docMk/>
            <pc:sldMk cId="621396966" sldId="281"/>
            <ac:spMk id="15" creationId="{2A326B5D-35C5-ABEB-2D4A-30AD57F1796C}"/>
          </ac:spMkLst>
        </pc:spChg>
        <pc:spChg chg="add mod">
          <ac:chgData name="Dana Phillips" userId="95b51ed8-0e00-4b2e-bce2-548d1f45efff" providerId="ADAL" clId="{84B05A5A-36F2-4096-8A60-0C04BF2F9C49}" dt="2026-03-16T14:39:46.200" v="624" actId="1076"/>
          <ac:spMkLst>
            <pc:docMk/>
            <pc:sldMk cId="621396966" sldId="281"/>
            <ac:spMk id="16" creationId="{4CF705E8-39F0-C4EA-73FA-AB4E0137E3B9}"/>
          </ac:spMkLst>
        </pc:spChg>
        <pc:spChg chg="add mod">
          <ac:chgData name="Dana Phillips" userId="95b51ed8-0e00-4b2e-bce2-548d1f45efff" providerId="ADAL" clId="{84B05A5A-36F2-4096-8A60-0C04BF2F9C49}" dt="2026-03-16T14:39:46.200" v="624" actId="1076"/>
          <ac:spMkLst>
            <pc:docMk/>
            <pc:sldMk cId="621396966" sldId="281"/>
            <ac:spMk id="17" creationId="{B90C0C0D-9D3C-C658-75B7-E352ECB71791}"/>
          </ac:spMkLst>
        </pc:spChg>
        <pc:spChg chg="add mod">
          <ac:chgData name="Dana Phillips" userId="95b51ed8-0e00-4b2e-bce2-548d1f45efff" providerId="ADAL" clId="{84B05A5A-36F2-4096-8A60-0C04BF2F9C49}" dt="2026-03-16T14:39:46.200" v="624" actId="1076"/>
          <ac:spMkLst>
            <pc:docMk/>
            <pc:sldMk cId="621396966" sldId="281"/>
            <ac:spMk id="18" creationId="{D66CF7D4-5699-6A9F-DAD1-9B66EDA1170B}"/>
          </ac:spMkLst>
        </pc:spChg>
        <pc:spChg chg="add mod">
          <ac:chgData name="Dana Phillips" userId="95b51ed8-0e00-4b2e-bce2-548d1f45efff" providerId="ADAL" clId="{84B05A5A-36F2-4096-8A60-0C04BF2F9C49}" dt="2026-03-16T14:39:46.200" v="624" actId="1076"/>
          <ac:spMkLst>
            <pc:docMk/>
            <pc:sldMk cId="621396966" sldId="281"/>
            <ac:spMk id="19" creationId="{AA72375F-4354-54F7-C402-D382A5AD63BE}"/>
          </ac:spMkLst>
        </pc:spChg>
        <pc:spChg chg="add mod">
          <ac:chgData name="Dana Phillips" userId="95b51ed8-0e00-4b2e-bce2-548d1f45efff" providerId="ADAL" clId="{84B05A5A-36F2-4096-8A60-0C04BF2F9C49}" dt="2026-03-16T14:39:46.200" v="624" actId="1076"/>
          <ac:spMkLst>
            <pc:docMk/>
            <pc:sldMk cId="621396966" sldId="281"/>
            <ac:spMk id="20" creationId="{3ED6404A-7A85-4398-6870-90ABBED2CFBA}"/>
          </ac:spMkLst>
        </pc:spChg>
        <pc:spChg chg="add mod">
          <ac:chgData name="Dana Phillips" userId="95b51ed8-0e00-4b2e-bce2-548d1f45efff" providerId="ADAL" clId="{84B05A5A-36F2-4096-8A60-0C04BF2F9C49}" dt="2026-03-16T14:39:46.200" v="624" actId="1076"/>
          <ac:spMkLst>
            <pc:docMk/>
            <pc:sldMk cId="621396966" sldId="281"/>
            <ac:spMk id="21" creationId="{D2B19817-3349-E772-4D80-70297FEAC5F3}"/>
          </ac:spMkLst>
        </pc:spChg>
        <pc:spChg chg="add mod">
          <ac:chgData name="Dana Phillips" userId="95b51ed8-0e00-4b2e-bce2-548d1f45efff" providerId="ADAL" clId="{84B05A5A-36F2-4096-8A60-0C04BF2F9C49}" dt="2026-03-16T14:39:46.200" v="624" actId="1076"/>
          <ac:spMkLst>
            <pc:docMk/>
            <pc:sldMk cId="621396966" sldId="281"/>
            <ac:spMk id="22" creationId="{F4AAA814-085E-06DD-8097-DF3807EF35B9}"/>
          </ac:spMkLst>
        </pc:spChg>
        <pc:spChg chg="add mod">
          <ac:chgData name="Dana Phillips" userId="95b51ed8-0e00-4b2e-bce2-548d1f45efff" providerId="ADAL" clId="{84B05A5A-36F2-4096-8A60-0C04BF2F9C49}" dt="2026-03-16T14:39:46.200" v="624" actId="1076"/>
          <ac:spMkLst>
            <pc:docMk/>
            <pc:sldMk cId="621396966" sldId="281"/>
            <ac:spMk id="23" creationId="{E4B2EB72-A91B-3F0D-FAD8-3DD070AF53B5}"/>
          </ac:spMkLst>
        </pc:spChg>
      </pc:sldChg>
      <pc:sldChg chg="addSp delSp modSp new mod modClrScheme chgLayout">
        <pc:chgData name="Dana Phillips" userId="95b51ed8-0e00-4b2e-bce2-548d1f45efff" providerId="ADAL" clId="{84B05A5A-36F2-4096-8A60-0C04BF2F9C49}" dt="2026-03-16T17:31:26.501" v="732" actId="1076"/>
        <pc:sldMkLst>
          <pc:docMk/>
          <pc:sldMk cId="1552413780" sldId="282"/>
        </pc:sldMkLst>
        <pc:spChg chg="del mod ord">
          <ac:chgData name="Dana Phillips" userId="95b51ed8-0e00-4b2e-bce2-548d1f45efff" providerId="ADAL" clId="{84B05A5A-36F2-4096-8A60-0C04BF2F9C49}" dt="2026-03-16T14:42:43.979" v="670" actId="700"/>
          <ac:spMkLst>
            <pc:docMk/>
            <pc:sldMk cId="1552413780" sldId="282"/>
            <ac:spMk id="2" creationId="{B1199FD4-1F08-8588-6DF8-0C3B0315AC62}"/>
          </ac:spMkLst>
        </pc:spChg>
        <pc:spChg chg="mod ord">
          <ac:chgData name="Dana Phillips" userId="95b51ed8-0e00-4b2e-bce2-548d1f45efff" providerId="ADAL" clId="{84B05A5A-36F2-4096-8A60-0C04BF2F9C49}" dt="2026-03-16T14:42:43.979" v="670" actId="700"/>
          <ac:spMkLst>
            <pc:docMk/>
            <pc:sldMk cId="1552413780" sldId="282"/>
            <ac:spMk id="3" creationId="{51C82085-AE84-8462-F0C5-54F323EE39CA}"/>
          </ac:spMkLst>
        </pc:spChg>
        <pc:spChg chg="del mod ord">
          <ac:chgData name="Dana Phillips" userId="95b51ed8-0e00-4b2e-bce2-548d1f45efff" providerId="ADAL" clId="{84B05A5A-36F2-4096-8A60-0C04BF2F9C49}" dt="2026-03-16T14:42:43.979" v="670" actId="700"/>
          <ac:spMkLst>
            <pc:docMk/>
            <pc:sldMk cId="1552413780" sldId="282"/>
            <ac:spMk id="4" creationId="{197BFA9D-BAA3-0B53-76ED-D63EA67A3EC0}"/>
          </ac:spMkLst>
        </pc:spChg>
        <pc:spChg chg="del">
          <ac:chgData name="Dana Phillips" userId="95b51ed8-0e00-4b2e-bce2-548d1f45efff" providerId="ADAL" clId="{84B05A5A-36F2-4096-8A60-0C04BF2F9C49}" dt="2026-03-16T14:42:43.979" v="670" actId="700"/>
          <ac:spMkLst>
            <pc:docMk/>
            <pc:sldMk cId="1552413780" sldId="282"/>
            <ac:spMk id="5" creationId="{1F2828D3-39B6-675F-AD78-AB582F7697D6}"/>
          </ac:spMkLst>
        </pc:spChg>
        <pc:spChg chg="del mod ord">
          <ac:chgData name="Dana Phillips" userId="95b51ed8-0e00-4b2e-bce2-548d1f45efff" providerId="ADAL" clId="{84B05A5A-36F2-4096-8A60-0C04BF2F9C49}" dt="2026-03-16T14:42:43.979" v="670" actId="700"/>
          <ac:spMkLst>
            <pc:docMk/>
            <pc:sldMk cId="1552413780" sldId="282"/>
            <ac:spMk id="6" creationId="{130D3484-0F19-5BCF-6569-74222A1CE53E}"/>
          </ac:spMkLst>
        </pc:spChg>
        <pc:spChg chg="add mod ord">
          <ac:chgData name="Dana Phillips" userId="95b51ed8-0e00-4b2e-bce2-548d1f45efff" providerId="ADAL" clId="{84B05A5A-36F2-4096-8A60-0C04BF2F9C49}" dt="2026-03-16T14:43:04.477" v="688" actId="20577"/>
          <ac:spMkLst>
            <pc:docMk/>
            <pc:sldMk cId="1552413780" sldId="282"/>
            <ac:spMk id="7" creationId="{8ED24B40-A9FE-843B-1B41-9AF1D977DEFE}"/>
          </ac:spMkLst>
        </pc:spChg>
        <pc:spChg chg="add mod ord">
          <ac:chgData name="Dana Phillips" userId="95b51ed8-0e00-4b2e-bce2-548d1f45efff" providerId="ADAL" clId="{84B05A5A-36F2-4096-8A60-0C04BF2F9C49}" dt="2026-03-16T14:42:43.979" v="670" actId="700"/>
          <ac:spMkLst>
            <pc:docMk/>
            <pc:sldMk cId="1552413780" sldId="282"/>
            <ac:spMk id="8" creationId="{EC6783AA-C616-3718-B830-56712B3CF563}"/>
          </ac:spMkLst>
        </pc:spChg>
        <pc:spChg chg="add mod ord">
          <ac:chgData name="Dana Phillips" userId="95b51ed8-0e00-4b2e-bce2-548d1f45efff" providerId="ADAL" clId="{84B05A5A-36F2-4096-8A60-0C04BF2F9C49}" dt="2026-03-16T14:42:43.979" v="670" actId="700"/>
          <ac:spMkLst>
            <pc:docMk/>
            <pc:sldMk cId="1552413780" sldId="282"/>
            <ac:spMk id="9" creationId="{D180BB6E-FAF9-37A2-4171-8851BFF89451}"/>
          </ac:spMkLst>
        </pc:spChg>
        <pc:picChg chg="add mod">
          <ac:chgData name="Dana Phillips" userId="95b51ed8-0e00-4b2e-bce2-548d1f45efff" providerId="ADAL" clId="{84B05A5A-36F2-4096-8A60-0C04BF2F9C49}" dt="2026-03-16T17:31:26.501" v="732" actId="1076"/>
          <ac:picMkLst>
            <pc:docMk/>
            <pc:sldMk cId="1552413780" sldId="282"/>
            <ac:picMk id="11" creationId="{2EBC68E6-25B6-22AC-9D09-0522B1C09712}"/>
          </ac:picMkLst>
        </pc:picChg>
      </pc:sldChg>
      <pc:sldChg chg="addSp modSp new mod">
        <pc:chgData name="Dana Phillips" userId="95b51ed8-0e00-4b2e-bce2-548d1f45efff" providerId="ADAL" clId="{84B05A5A-36F2-4096-8A60-0C04BF2F9C49}" dt="2026-03-16T15:09:54.677" v="730" actId="14100"/>
        <pc:sldMkLst>
          <pc:docMk/>
          <pc:sldMk cId="1610200800" sldId="283"/>
        </pc:sldMkLst>
        <pc:spChg chg="mod">
          <ac:chgData name="Dana Phillips" userId="95b51ed8-0e00-4b2e-bce2-548d1f45efff" providerId="ADAL" clId="{84B05A5A-36F2-4096-8A60-0C04BF2F9C49}" dt="2026-03-16T15:08:55.959" v="722" actId="20577"/>
          <ac:spMkLst>
            <pc:docMk/>
            <pc:sldMk cId="1610200800" sldId="283"/>
            <ac:spMk id="2" creationId="{961D4BA0-2128-8D9A-FD6C-F70CF210409B}"/>
          </ac:spMkLst>
        </pc:spChg>
        <pc:spChg chg="add mod">
          <ac:chgData name="Dana Phillips" userId="95b51ed8-0e00-4b2e-bce2-548d1f45efff" providerId="ADAL" clId="{84B05A5A-36F2-4096-8A60-0C04BF2F9C49}" dt="2026-03-16T15:09:19.083" v="723" actId="14100"/>
          <ac:spMkLst>
            <pc:docMk/>
            <pc:sldMk cId="1610200800" sldId="283"/>
            <ac:spMk id="6" creationId="{267D08ED-2F30-C6A7-FDFA-12FAEB2B068C}"/>
          </ac:spMkLst>
        </pc:spChg>
        <pc:spChg chg="mod">
          <ac:chgData name="Dana Phillips" userId="95b51ed8-0e00-4b2e-bce2-548d1f45efff" providerId="ADAL" clId="{84B05A5A-36F2-4096-8A60-0C04BF2F9C49}" dt="2026-03-16T15:08:11.434" v="692" actId="207"/>
          <ac:spMkLst>
            <pc:docMk/>
            <pc:sldMk cId="1610200800" sldId="283"/>
            <ac:spMk id="8" creationId="{5D6C2B79-8C96-11D1-9C51-FD84EE90C06C}"/>
          </ac:spMkLst>
        </pc:spChg>
        <pc:spChg chg="mod">
          <ac:chgData name="Dana Phillips" userId="95b51ed8-0e00-4b2e-bce2-548d1f45efff" providerId="ADAL" clId="{84B05A5A-36F2-4096-8A60-0C04BF2F9C49}" dt="2026-03-16T15:08:15.479" v="693" actId="207"/>
          <ac:spMkLst>
            <pc:docMk/>
            <pc:sldMk cId="1610200800" sldId="283"/>
            <ac:spMk id="9" creationId="{0E310A7D-5811-3096-090A-536AA1F45F5B}"/>
          </ac:spMkLst>
        </pc:spChg>
        <pc:spChg chg="mod">
          <ac:chgData name="Dana Phillips" userId="95b51ed8-0e00-4b2e-bce2-548d1f45efff" providerId="ADAL" clId="{84B05A5A-36F2-4096-8A60-0C04BF2F9C49}" dt="2026-03-16T15:09:22.949" v="724" actId="14100"/>
          <ac:spMkLst>
            <pc:docMk/>
            <pc:sldMk cId="1610200800" sldId="283"/>
            <ac:spMk id="10" creationId="{B5605F8E-6A97-2800-9043-6E8160F206E7}"/>
          </ac:spMkLst>
        </pc:spChg>
        <pc:spChg chg="mod">
          <ac:chgData name="Dana Phillips" userId="95b51ed8-0e00-4b2e-bce2-548d1f45efff" providerId="ADAL" clId="{84B05A5A-36F2-4096-8A60-0C04BF2F9C49}" dt="2026-03-16T15:08:18.760" v="694" actId="207"/>
          <ac:spMkLst>
            <pc:docMk/>
            <pc:sldMk cId="1610200800" sldId="283"/>
            <ac:spMk id="12" creationId="{D4E6F2A6-6FD4-B0D0-E76D-78DA71989A60}"/>
          </ac:spMkLst>
        </pc:spChg>
        <pc:spChg chg="mod">
          <ac:chgData name="Dana Phillips" userId="95b51ed8-0e00-4b2e-bce2-548d1f45efff" providerId="ADAL" clId="{84B05A5A-36F2-4096-8A60-0C04BF2F9C49}" dt="2026-03-16T15:08:22.758" v="695" actId="207"/>
          <ac:spMkLst>
            <pc:docMk/>
            <pc:sldMk cId="1610200800" sldId="283"/>
            <ac:spMk id="13" creationId="{637FB1EF-6EA8-9767-3E7A-C4C995021BE2}"/>
          </ac:spMkLst>
        </pc:spChg>
        <pc:spChg chg="mod">
          <ac:chgData name="Dana Phillips" userId="95b51ed8-0e00-4b2e-bce2-548d1f45efff" providerId="ADAL" clId="{84B05A5A-36F2-4096-8A60-0C04BF2F9C49}" dt="2026-03-16T15:09:27.660" v="725" actId="14100"/>
          <ac:spMkLst>
            <pc:docMk/>
            <pc:sldMk cId="1610200800" sldId="283"/>
            <ac:spMk id="14" creationId="{FAA12B42-5F10-C7D5-9E17-4CA6BFD86CFA}"/>
          </ac:spMkLst>
        </pc:spChg>
        <pc:spChg chg="add mod">
          <ac:chgData name="Dana Phillips" userId="95b51ed8-0e00-4b2e-bce2-548d1f45efff" providerId="ADAL" clId="{84B05A5A-36F2-4096-8A60-0C04BF2F9C49}" dt="2026-03-16T15:08:25.304" v="696" actId="207"/>
          <ac:spMkLst>
            <pc:docMk/>
            <pc:sldMk cId="1610200800" sldId="283"/>
            <ac:spMk id="16" creationId="{EBBA8AD6-CF19-E677-AA50-76227084E9C4}"/>
          </ac:spMkLst>
        </pc:spChg>
        <pc:spChg chg="mod">
          <ac:chgData name="Dana Phillips" userId="95b51ed8-0e00-4b2e-bce2-548d1f45efff" providerId="ADAL" clId="{84B05A5A-36F2-4096-8A60-0C04BF2F9C49}" dt="2026-03-16T15:09:35.073" v="726" actId="14100"/>
          <ac:spMkLst>
            <pc:docMk/>
            <pc:sldMk cId="1610200800" sldId="283"/>
            <ac:spMk id="17" creationId="{E14530C2-43F5-460D-83DC-1355A9C9B4F1}"/>
          </ac:spMkLst>
        </pc:spChg>
        <pc:spChg chg="add mod">
          <ac:chgData name="Dana Phillips" userId="95b51ed8-0e00-4b2e-bce2-548d1f45efff" providerId="ADAL" clId="{84B05A5A-36F2-4096-8A60-0C04BF2F9C49}" dt="2026-03-16T15:09:38.699" v="727" actId="14100"/>
          <ac:spMkLst>
            <pc:docMk/>
            <pc:sldMk cId="1610200800" sldId="283"/>
            <ac:spMk id="18" creationId="{5B8762E8-56B1-BF80-4892-65C34BBD230D}"/>
          </ac:spMkLst>
        </pc:spChg>
        <pc:spChg chg="add mod">
          <ac:chgData name="Dana Phillips" userId="95b51ed8-0e00-4b2e-bce2-548d1f45efff" providerId="ADAL" clId="{84B05A5A-36F2-4096-8A60-0C04BF2F9C49}" dt="2026-03-16T15:08:02.353" v="691" actId="1076"/>
          <ac:spMkLst>
            <pc:docMk/>
            <pc:sldMk cId="1610200800" sldId="283"/>
            <ac:spMk id="19" creationId="{1BE0D9B6-CC1A-FB58-5F4A-4081B9801EA9}"/>
          </ac:spMkLst>
        </pc:spChg>
        <pc:spChg chg="add mod">
          <ac:chgData name="Dana Phillips" userId="95b51ed8-0e00-4b2e-bce2-548d1f45efff" providerId="ADAL" clId="{84B05A5A-36F2-4096-8A60-0C04BF2F9C49}" dt="2026-03-16T15:08:32.969" v="698" actId="207"/>
          <ac:spMkLst>
            <pc:docMk/>
            <pc:sldMk cId="1610200800" sldId="283"/>
            <ac:spMk id="20" creationId="{91D78C35-E6C0-B400-8369-4E43CE3A85BD}"/>
          </ac:spMkLst>
        </pc:spChg>
        <pc:spChg chg="add mod">
          <ac:chgData name="Dana Phillips" userId="95b51ed8-0e00-4b2e-bce2-548d1f45efff" providerId="ADAL" clId="{84B05A5A-36F2-4096-8A60-0C04BF2F9C49}" dt="2026-03-16T15:09:43.466" v="728" actId="14100"/>
          <ac:spMkLst>
            <pc:docMk/>
            <pc:sldMk cId="1610200800" sldId="283"/>
            <ac:spMk id="21" creationId="{DA98DF9F-E644-F1F7-8EE6-24C2D7E8D85B}"/>
          </ac:spMkLst>
        </pc:spChg>
        <pc:spChg chg="add mod">
          <ac:chgData name="Dana Phillips" userId="95b51ed8-0e00-4b2e-bce2-548d1f45efff" providerId="ADAL" clId="{84B05A5A-36F2-4096-8A60-0C04BF2F9C49}" dt="2026-03-16T15:09:49.287" v="729" actId="14100"/>
          <ac:spMkLst>
            <pc:docMk/>
            <pc:sldMk cId="1610200800" sldId="283"/>
            <ac:spMk id="22" creationId="{31C03340-73BA-AFA1-CE38-8208EBE51422}"/>
          </ac:spMkLst>
        </pc:spChg>
        <pc:spChg chg="add mod">
          <ac:chgData name="Dana Phillips" userId="95b51ed8-0e00-4b2e-bce2-548d1f45efff" providerId="ADAL" clId="{84B05A5A-36F2-4096-8A60-0C04BF2F9C49}" dt="2026-03-16T15:08:02.353" v="691" actId="1076"/>
          <ac:spMkLst>
            <pc:docMk/>
            <pc:sldMk cId="1610200800" sldId="283"/>
            <ac:spMk id="23" creationId="{605DD3A2-71A7-521F-FE45-84D8F26779C1}"/>
          </ac:spMkLst>
        </pc:spChg>
        <pc:spChg chg="add mod">
          <ac:chgData name="Dana Phillips" userId="95b51ed8-0e00-4b2e-bce2-548d1f45efff" providerId="ADAL" clId="{84B05A5A-36F2-4096-8A60-0C04BF2F9C49}" dt="2026-03-16T15:08:41.944" v="700" actId="207"/>
          <ac:spMkLst>
            <pc:docMk/>
            <pc:sldMk cId="1610200800" sldId="283"/>
            <ac:spMk id="24" creationId="{16604403-8A87-6F19-ED6F-0893DD954E08}"/>
          </ac:spMkLst>
        </pc:spChg>
        <pc:spChg chg="add mod">
          <ac:chgData name="Dana Phillips" userId="95b51ed8-0e00-4b2e-bce2-548d1f45efff" providerId="ADAL" clId="{84B05A5A-36F2-4096-8A60-0C04BF2F9C49}" dt="2026-03-16T15:09:54.677" v="730" actId="14100"/>
          <ac:spMkLst>
            <pc:docMk/>
            <pc:sldMk cId="1610200800" sldId="283"/>
            <ac:spMk id="25" creationId="{32995565-4C07-2524-5D62-1B73BBDAA053}"/>
          </ac:spMkLst>
        </pc:spChg>
      </pc:sldChg>
      <pc:sldChg chg="addSp delSp modSp new">
        <pc:chgData name="Dana Phillips" userId="95b51ed8-0e00-4b2e-bce2-548d1f45efff" providerId="ADAL" clId="{84B05A5A-36F2-4096-8A60-0C04BF2F9C49}" dt="2026-03-16T19:04:40.572" v="769"/>
        <pc:sldMkLst>
          <pc:docMk/>
          <pc:sldMk cId="804857777" sldId="284"/>
        </pc:sldMkLst>
        <pc:spChg chg="del">
          <ac:chgData name="Dana Phillips" userId="95b51ed8-0e00-4b2e-bce2-548d1f45efff" providerId="ADAL" clId="{84B05A5A-36F2-4096-8A60-0C04BF2F9C49}" dt="2026-03-16T19:04:40.572" v="769"/>
          <ac:spMkLst>
            <pc:docMk/>
            <pc:sldMk cId="804857777" sldId="284"/>
            <ac:spMk id="4" creationId="{4617A9BE-AC3D-F64F-2D47-3A9C1ADC8C57}"/>
          </ac:spMkLst>
        </pc:spChg>
        <pc:spChg chg="add mod">
          <ac:chgData name="Dana Phillips" userId="95b51ed8-0e00-4b2e-bce2-548d1f45efff" providerId="ADAL" clId="{84B05A5A-36F2-4096-8A60-0C04BF2F9C49}" dt="2026-03-16T19:04:40.572" v="769"/>
          <ac:spMkLst>
            <pc:docMk/>
            <pc:sldMk cId="804857777" sldId="284"/>
            <ac:spMk id="6" creationId="{E2C2AAB7-65DD-1540-95DA-C7DB9EE1A50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AB9F0F-9FAF-4654-81C0-997662984D15}" type="datetimeFigureOut">
              <a:rPr lang="en-US" smtClean="0"/>
              <a:t>3/16/2026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847EF8-58AC-434E-B401-82DF467724A1}" type="slidenum">
              <a:rPr lang="en-US" smtClean="0"/>
              <a:t>‹#›</a:t>
            </a:fld>
            <a:endParaRPr lang="en-US"/>
          </a:p>
        </p:txBody>
      </p:sp>
    </p:spTree>
    <p:extLst>
      <p:ext uri="{BB962C8B-B14F-4D97-AF65-F5344CB8AC3E}">
        <p14:creationId xmlns:p14="http://schemas.microsoft.com/office/powerpoint/2010/main" val="24397754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gradFill>
          <a:gsLst>
            <a:gs pos="0">
              <a:srgbClr val="7300BF"/>
            </a:gs>
            <a:gs pos="50000">
              <a:schemeClr val="accent2"/>
            </a:gs>
            <a:gs pos="100000">
              <a:schemeClr val="accent5"/>
            </a:gs>
          </a:gsLst>
          <a:lin ang="2700000" scaled="0"/>
        </a:gradFill>
        <a:effectLst/>
      </p:bgPr>
    </p:bg>
    <p:spTree>
      <p:nvGrpSpPr>
        <p:cNvPr id="1" name=""/>
        <p:cNvGrpSpPr/>
        <p:nvPr/>
      </p:nvGrpSpPr>
      <p:grpSpPr>
        <a:xfrm>
          <a:off x="0" y="0"/>
          <a:ext cx="0" cy="0"/>
          <a:chOff x="0" y="0"/>
          <a:chExt cx="0" cy="0"/>
        </a:xfrm>
      </p:grpSpPr>
      <p:pic>
        <p:nvPicPr>
          <p:cNvPr id="7" name="Google Shape;81;p19" descr="A colorful logo with black background&#10;&#10;AI-generated content may be incorrect.">
            <a:extLst>
              <a:ext uri="{FF2B5EF4-FFF2-40B4-BE49-F238E27FC236}">
                <a16:creationId xmlns:a16="http://schemas.microsoft.com/office/drawing/2014/main" id="{21646EBB-B513-4418-98C2-DDA88E235344}"/>
              </a:ext>
            </a:extLst>
          </p:cNvPr>
          <p:cNvPicPr preferRelativeResize="0"/>
          <p:nvPr userDrawn="1"/>
        </p:nvPicPr>
        <p:blipFill rotWithShape="1">
          <a:blip r:embed="rId2">
            <a:alphaModFix/>
          </a:blip>
          <a:srcRect l="25827" t="5879" r="14538" b="33444"/>
          <a:stretch/>
        </p:blipFill>
        <p:spPr>
          <a:xfrm>
            <a:off x="0" y="0"/>
            <a:ext cx="6319375" cy="5143499"/>
          </a:xfrm>
          <a:prstGeom prst="rect">
            <a:avLst/>
          </a:prstGeom>
          <a:noFill/>
          <a:ln>
            <a:noFill/>
          </a:ln>
        </p:spPr>
      </p:pic>
      <p:sp>
        <p:nvSpPr>
          <p:cNvPr id="2" name="Title 1"/>
          <p:cNvSpPr>
            <a:spLocks noGrp="1"/>
          </p:cNvSpPr>
          <p:nvPr>
            <p:ph type="ctrTitle"/>
          </p:nvPr>
        </p:nvSpPr>
        <p:spPr>
          <a:xfrm>
            <a:off x="4505324" y="171450"/>
            <a:ext cx="4295776" cy="2461022"/>
          </a:xfrm>
          <a:prstGeom prst="rect">
            <a:avLst/>
          </a:prstGeom>
        </p:spPr>
        <p:txBody>
          <a:bodyPr anchor="t">
            <a:normAutofit/>
          </a:bodyPr>
          <a:lstStyle>
            <a:lvl1pPr algn="l">
              <a:defRPr sz="3000"/>
            </a:lvl1pPr>
          </a:lstStyle>
          <a:p>
            <a:r>
              <a:rPr lang="en-US" dirty="0"/>
              <a:t>Click to edit Master title style</a:t>
            </a:r>
          </a:p>
        </p:txBody>
      </p:sp>
      <p:sp>
        <p:nvSpPr>
          <p:cNvPr id="3" name="Subtitle 2"/>
          <p:cNvSpPr>
            <a:spLocks noGrp="1"/>
          </p:cNvSpPr>
          <p:nvPr>
            <p:ph type="subTitle" idx="1"/>
          </p:nvPr>
        </p:nvSpPr>
        <p:spPr>
          <a:xfrm>
            <a:off x="4505324" y="1710928"/>
            <a:ext cx="4295776" cy="479822"/>
          </a:xfrm>
          <a:prstGeom prst="rect">
            <a:avLst/>
          </a:prstGeom>
        </p:spPr>
        <p:txBody>
          <a:bodyPr>
            <a:normAutofit/>
          </a:bodyPr>
          <a:lstStyle>
            <a:lvl1pPr marL="0" indent="0" algn="ctr">
              <a:buNone/>
              <a:defRPr sz="1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pic>
        <p:nvPicPr>
          <p:cNvPr id="10" name="Google Shape;84;p19" descr="A white letter on a black background&#10;&#10;AI-generated content may be incorrect.">
            <a:extLst>
              <a:ext uri="{FF2B5EF4-FFF2-40B4-BE49-F238E27FC236}">
                <a16:creationId xmlns:a16="http://schemas.microsoft.com/office/drawing/2014/main" id="{C584577B-E6A2-1481-DB58-89C2C97ABD2E}"/>
              </a:ext>
            </a:extLst>
          </p:cNvPr>
          <p:cNvPicPr preferRelativeResize="0"/>
          <p:nvPr userDrawn="1"/>
        </p:nvPicPr>
        <p:blipFill rotWithShape="1">
          <a:blip r:embed="rId3">
            <a:alphaModFix/>
          </a:blip>
          <a:srcRect/>
          <a:stretch/>
        </p:blipFill>
        <p:spPr>
          <a:xfrm>
            <a:off x="275648" y="319642"/>
            <a:ext cx="2444878" cy="212598"/>
          </a:xfrm>
          <a:prstGeom prst="rect">
            <a:avLst/>
          </a:prstGeom>
          <a:noFill/>
          <a:ln>
            <a:noFill/>
          </a:ln>
        </p:spPr>
      </p:pic>
      <p:sp>
        <p:nvSpPr>
          <p:cNvPr id="6" name="Subtitle 2">
            <a:extLst>
              <a:ext uri="{FF2B5EF4-FFF2-40B4-BE49-F238E27FC236}">
                <a16:creationId xmlns:a16="http://schemas.microsoft.com/office/drawing/2014/main" id="{6199B41F-6BAD-CF05-6289-16A50765007B}"/>
              </a:ext>
            </a:extLst>
          </p:cNvPr>
          <p:cNvSpPr txBox="1">
            <a:spLocks/>
          </p:cNvSpPr>
          <p:nvPr userDrawn="1"/>
        </p:nvSpPr>
        <p:spPr>
          <a:xfrm>
            <a:off x="4712924" y="4714833"/>
            <a:ext cx="1706675" cy="182233"/>
          </a:xfrm>
          <a:prstGeom prst="rect">
            <a:avLst/>
          </a:prstGeom>
        </p:spPr>
        <p:txBody>
          <a:bodyPr anchor="ctr">
            <a:normAutofit fontScale="92500" lnSpcReduction="10000"/>
          </a:bodyPr>
          <a:lstStyle>
            <a:lvl1pPr marL="0" indent="0" algn="ctr" defTabSz="685800" rtl="0" eaLnBrk="1" latinLnBrk="0" hangingPunct="1">
              <a:lnSpc>
                <a:spcPct val="90000"/>
              </a:lnSpc>
              <a:spcBef>
                <a:spcPts val="750"/>
              </a:spcBef>
              <a:buFont typeface="Arial" panose="020B0604020202020204" pitchFamily="34" charset="0"/>
              <a:buNone/>
              <a:defRPr sz="1400" kern="1200">
                <a:solidFill>
                  <a:schemeClr val="bg1"/>
                </a:solidFill>
                <a:latin typeface="Poppins" panose="00000500000000000000" pitchFamily="2" charset="0"/>
                <a:ea typeface="+mn-ea"/>
                <a:cs typeface="Poppins" panose="00000500000000000000" pitchFamily="2" charset="0"/>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Poppins" panose="00000500000000000000" pitchFamily="2" charset="0"/>
                <a:ea typeface="+mn-ea"/>
                <a:cs typeface="Poppins" panose="00000500000000000000" pitchFamily="2" charset="0"/>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Poppins" panose="00000500000000000000" pitchFamily="2" charset="0"/>
                <a:ea typeface="+mn-ea"/>
                <a:cs typeface="Poppins" panose="00000500000000000000" pitchFamily="2" charset="0"/>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Poppins" panose="00000500000000000000" pitchFamily="2" charset="0"/>
                <a:ea typeface="+mn-ea"/>
                <a:cs typeface="Poppins" panose="00000500000000000000" pitchFamily="2" charset="0"/>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Poppins" panose="00000500000000000000" pitchFamily="2" charset="0"/>
                <a:ea typeface="+mn-ea"/>
                <a:cs typeface="Poppins" panose="00000500000000000000" pitchFamily="2" charset="0"/>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ctr"/>
            <a:endParaRPr lang="en-US" sz="800" dirty="0">
              <a:latin typeface="Poppins Medium" panose="00000600000000000000" pitchFamily="2" charset="0"/>
              <a:cs typeface="Poppins Medium" panose="00000600000000000000" pitchFamily="2" charset="0"/>
            </a:endParaRPr>
          </a:p>
        </p:txBody>
      </p:sp>
      <p:sp>
        <p:nvSpPr>
          <p:cNvPr id="4" name="Google Shape;177;p22">
            <a:extLst>
              <a:ext uri="{FF2B5EF4-FFF2-40B4-BE49-F238E27FC236}">
                <a16:creationId xmlns:a16="http://schemas.microsoft.com/office/drawing/2014/main" id="{164DE7FE-9CA0-60B4-B6BE-1EF47824F03B}"/>
              </a:ext>
            </a:extLst>
          </p:cNvPr>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sz="700">
                <a:solidFill>
                  <a:schemeClr val="lt1"/>
                </a:solidFill>
                <a:latin typeface="Poppins"/>
                <a:ea typeface="Poppins"/>
                <a:cs typeface="Poppins"/>
                <a:sym typeface="Poppins"/>
              </a:rPr>
              <a:t>‹#›</a:t>
            </a:fld>
            <a:endParaRPr sz="70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3492842702"/>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5544" userDrawn="1">
          <p15:clr>
            <a:srgbClr val="FBAE40"/>
          </p15:clr>
        </p15:guide>
        <p15:guide id="3" orient="horz" pos="1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New Section Slide">
    <p:bg>
      <p:bgPr>
        <a:gradFill>
          <a:gsLst>
            <a:gs pos="0">
              <a:srgbClr val="F9788B"/>
            </a:gs>
            <a:gs pos="50000">
              <a:srgbClr val="C20CA9"/>
            </a:gs>
            <a:gs pos="100000">
              <a:srgbClr val="2D0068"/>
            </a:gs>
          </a:gsLst>
          <a:lin ang="0" scaled="0"/>
        </a:gradFill>
        <a:effectLst/>
      </p:bgPr>
    </p:bg>
    <p:spTree>
      <p:nvGrpSpPr>
        <p:cNvPr id="1" name=""/>
        <p:cNvGrpSpPr/>
        <p:nvPr/>
      </p:nvGrpSpPr>
      <p:grpSpPr>
        <a:xfrm>
          <a:off x="0" y="0"/>
          <a:ext cx="0" cy="0"/>
          <a:chOff x="0" y="0"/>
          <a:chExt cx="0" cy="0"/>
        </a:xfrm>
      </p:grpSpPr>
      <p:pic>
        <p:nvPicPr>
          <p:cNvPr id="16" name="Google Shape;81;p19" descr="A colorful logo with black background&#10;&#10;AI-generated content may be incorrect.">
            <a:extLst>
              <a:ext uri="{FF2B5EF4-FFF2-40B4-BE49-F238E27FC236}">
                <a16:creationId xmlns:a16="http://schemas.microsoft.com/office/drawing/2014/main" id="{410AA93B-CCC3-BC1F-0F79-D287214039BC}"/>
              </a:ext>
            </a:extLst>
          </p:cNvPr>
          <p:cNvPicPr preferRelativeResize="0"/>
          <p:nvPr userDrawn="1"/>
        </p:nvPicPr>
        <p:blipFill rotWithShape="1">
          <a:blip r:embed="rId2">
            <a:alphaModFix amt="29000"/>
          </a:blip>
          <a:srcRect l="25827" t="5879" r="14538" b="33444"/>
          <a:stretch/>
        </p:blipFill>
        <p:spPr>
          <a:xfrm>
            <a:off x="0" y="0"/>
            <a:ext cx="6319375" cy="5143499"/>
          </a:xfrm>
          <a:prstGeom prst="rect">
            <a:avLst/>
          </a:prstGeom>
          <a:noFill/>
          <a:ln>
            <a:noFill/>
          </a:ln>
        </p:spPr>
      </p:pic>
      <p:sp>
        <p:nvSpPr>
          <p:cNvPr id="2" name="Title 1">
            <a:extLst>
              <a:ext uri="{FF2B5EF4-FFF2-40B4-BE49-F238E27FC236}">
                <a16:creationId xmlns:a16="http://schemas.microsoft.com/office/drawing/2014/main" id="{14078B6F-1BC2-56EC-7966-F66EEF0489EC}"/>
              </a:ext>
            </a:extLst>
          </p:cNvPr>
          <p:cNvSpPr>
            <a:spLocks noGrp="1"/>
          </p:cNvSpPr>
          <p:nvPr>
            <p:ph type="title"/>
          </p:nvPr>
        </p:nvSpPr>
        <p:spPr>
          <a:xfrm>
            <a:off x="211870" y="825500"/>
            <a:ext cx="8573246" cy="291806"/>
          </a:xfrm>
        </p:spPr>
        <p:txBody>
          <a:bodyPr>
            <a:normAutofit/>
          </a:bodyPr>
          <a:lstStyle>
            <a:lvl1pPr>
              <a:defRPr sz="1800"/>
            </a:lvl1pPr>
          </a:lstStyle>
          <a:p>
            <a:r>
              <a:rPr lang="en-US" dirty="0"/>
              <a:t>Click to edit Master title style</a:t>
            </a:r>
          </a:p>
        </p:txBody>
      </p:sp>
      <p:sp>
        <p:nvSpPr>
          <p:cNvPr id="11" name="Google Shape;177;p22">
            <a:extLst>
              <a:ext uri="{FF2B5EF4-FFF2-40B4-BE49-F238E27FC236}">
                <a16:creationId xmlns:a16="http://schemas.microsoft.com/office/drawing/2014/main" id="{026BA60A-8471-BBFA-5641-726CD0B0744F}"/>
              </a:ext>
            </a:extLst>
          </p:cNvPr>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sz="700">
                <a:solidFill>
                  <a:schemeClr val="lt1"/>
                </a:solidFill>
                <a:latin typeface="Poppins"/>
                <a:ea typeface="Poppins"/>
                <a:cs typeface="Poppins"/>
                <a:sym typeface="Poppins"/>
              </a:rPr>
              <a:t>‹#›</a:t>
            </a:fld>
            <a:endParaRPr sz="700">
              <a:solidFill>
                <a:schemeClr val="lt1"/>
              </a:solidFill>
              <a:latin typeface="Poppins"/>
              <a:ea typeface="Poppins"/>
              <a:cs typeface="Poppins"/>
              <a:sym typeface="Poppins"/>
            </a:endParaRPr>
          </a:p>
        </p:txBody>
      </p:sp>
      <p:sp>
        <p:nvSpPr>
          <p:cNvPr id="3" name="Text Placeholder 2">
            <a:extLst>
              <a:ext uri="{FF2B5EF4-FFF2-40B4-BE49-F238E27FC236}">
                <a16:creationId xmlns:a16="http://schemas.microsoft.com/office/drawing/2014/main" id="{348ECD58-051E-0945-0179-DC6C41EAFD3B}"/>
              </a:ext>
            </a:extLst>
          </p:cNvPr>
          <p:cNvSpPr>
            <a:spLocks noGrp="1"/>
          </p:cNvSpPr>
          <p:nvPr>
            <p:ph type="body" sz="quarter" idx="15"/>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lvl1pPr>
          </a:lstStyle>
          <a:p>
            <a:pPr lvl="0"/>
            <a:r>
              <a:rPr lang="en-US" dirty="0"/>
              <a:t>Click to edit Master text styles</a:t>
            </a:r>
          </a:p>
        </p:txBody>
      </p:sp>
      <p:sp>
        <p:nvSpPr>
          <p:cNvPr id="5" name="Content Placeholder 2">
            <a:extLst>
              <a:ext uri="{FF2B5EF4-FFF2-40B4-BE49-F238E27FC236}">
                <a16:creationId xmlns:a16="http://schemas.microsoft.com/office/drawing/2014/main" id="{7A434AFC-8803-F114-774A-802BE06C30B7}"/>
              </a:ext>
            </a:extLst>
          </p:cNvPr>
          <p:cNvSpPr>
            <a:spLocks noGrp="1" noChangeAspect="1"/>
          </p:cNvSpPr>
          <p:nvPr>
            <p:ph idx="1"/>
          </p:nvPr>
        </p:nvSpPr>
        <p:spPr>
          <a:xfrm>
            <a:off x="302154" y="1377656"/>
            <a:ext cx="8503920" cy="3365794"/>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bg1"/>
                </a:solidFill>
                <a:latin typeface="Poppins" panose="00000500000000000000" pitchFamily="2" charset="0"/>
                <a:cs typeface="Poppins" panose="00000500000000000000" pitchFamily="2" charset="0"/>
              </a:defRPr>
            </a:lvl1pPr>
            <a:lvl2pPr marL="231775" indent="-171450">
              <a:lnSpc>
                <a:spcPct val="110000"/>
              </a:lnSpc>
              <a:spcBef>
                <a:spcPts val="400"/>
              </a:spcBef>
              <a:buClr>
                <a:schemeClr val="tx2"/>
              </a:buClr>
              <a:buFont typeface="Poppins" panose="00000500000000000000" pitchFamily="2" charset="0"/>
              <a:buChar char="&gt;"/>
              <a:defRPr sz="1000">
                <a:solidFill>
                  <a:schemeClr val="bg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tx2"/>
              </a:buClr>
              <a:buFont typeface="Poppins" panose="00000500000000000000" pitchFamily="2" charset="0"/>
              <a:buChar char="&gt;"/>
              <a:tabLst>
                <a:tab pos="396875" algn="l"/>
              </a:tabLst>
              <a:defRPr sz="900">
                <a:solidFill>
                  <a:schemeClr val="bg1"/>
                </a:solidFill>
                <a:latin typeface="Poppins" panose="00000500000000000000" pitchFamily="2" charset="0"/>
                <a:cs typeface="Poppins" panose="00000500000000000000" pitchFamily="2" charset="0"/>
              </a:defRPr>
            </a:lvl3pPr>
            <a:lvl4pPr marL="569913" indent="-171450">
              <a:lnSpc>
                <a:spcPct val="110000"/>
              </a:lnSpc>
              <a:spcBef>
                <a:spcPts val="400"/>
              </a:spcBef>
              <a:buClr>
                <a:schemeClr val="tx2"/>
              </a:buClr>
              <a:buFont typeface="Poppins" panose="00000500000000000000" pitchFamily="2" charset="0"/>
              <a:buChar char="&gt;"/>
              <a:defRPr sz="800">
                <a:solidFill>
                  <a:schemeClr val="bg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tx2"/>
              </a:buClr>
              <a:buFont typeface="Poppins" panose="00000500000000000000" pitchFamily="2" charset="0"/>
              <a:buChar char="&gt;"/>
              <a:defRPr sz="700">
                <a:solidFill>
                  <a:schemeClr val="bg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65693193"/>
      </p:ext>
    </p:extLst>
  </p:cSld>
  <p:clrMapOvr>
    <a:masterClrMapping/>
  </p:clrMapOvr>
  <p:extLst>
    <p:ext uri="{DCECCB84-F9BA-43D5-87BE-67443E8EF086}">
      <p15:sldGuideLst xmlns:p15="http://schemas.microsoft.com/office/powerpoint/2012/main">
        <p15:guide id="1" orient="horz" pos="298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1" preserve="1" userDrawn="1">
  <p:cSld name="Blank White Layout">
    <p:bg>
      <p:bgPr>
        <a:solidFill>
          <a:schemeClr val="bg1"/>
        </a:solidFill>
        <a:effectLst/>
      </p:bgPr>
    </p:bg>
    <p:spTree>
      <p:nvGrpSpPr>
        <p:cNvPr id="1" name="Shape 57"/>
        <p:cNvGrpSpPr/>
        <p:nvPr/>
      </p:nvGrpSpPr>
      <p:grpSpPr>
        <a:xfrm>
          <a:off x="0" y="0"/>
          <a:ext cx="0" cy="0"/>
          <a:chOff x="0" y="0"/>
          <a:chExt cx="0" cy="0"/>
        </a:xfrm>
      </p:grpSpPr>
      <p:sp>
        <p:nvSpPr>
          <p:cNvPr id="58" name="Google Shape;58;p15"/>
          <p:cNvSpPr txBox="1">
            <a:spLocks noGrp="1"/>
          </p:cNvSpPr>
          <p:nvPr>
            <p:ph type="title"/>
          </p:nvPr>
        </p:nvSpPr>
        <p:spPr>
          <a:xfrm>
            <a:off x="1083212" y="252986"/>
            <a:ext cx="4873640"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tx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dk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61" name="Google Shape;61;p15"/>
          <p:cNvSpPr txBox="1">
            <a:spLocks noChangeAspect="1"/>
          </p:cNvSpPr>
          <p:nvPr/>
        </p:nvSpPr>
        <p:spPr>
          <a:xfrm>
            <a:off x="100224" y="4847300"/>
            <a:ext cx="2203283"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dk1"/>
              </a:solidFill>
              <a:latin typeface="Poppins"/>
              <a:ea typeface="Poppins"/>
              <a:cs typeface="Poppins"/>
              <a:sym typeface="Poppins"/>
            </a:endParaRPr>
          </a:p>
        </p:txBody>
      </p:sp>
      <p:sp>
        <p:nvSpPr>
          <p:cNvPr id="24" name="Text Placeholder 2">
            <a:extLst>
              <a:ext uri="{FF2B5EF4-FFF2-40B4-BE49-F238E27FC236}">
                <a16:creationId xmlns:a16="http://schemas.microsoft.com/office/drawing/2014/main" id="{C0B47534-CEEA-B0A2-1F01-6874548A6EC5}"/>
              </a:ext>
            </a:extLst>
          </p:cNvPr>
          <p:cNvSpPr>
            <a:spLocks noGrp="1" noChangeAspect="1"/>
          </p:cNvSpPr>
          <p:nvPr>
            <p:ph type="body" idx="14"/>
          </p:nvPr>
        </p:nvSpPr>
        <p:spPr>
          <a:xfrm>
            <a:off x="212035" y="742950"/>
            <a:ext cx="8573081" cy="216616"/>
          </a:xfrm>
          <a:prstGeom prst="rect">
            <a:avLst/>
          </a:prstGeom>
        </p:spPr>
        <p:txBody>
          <a:bodyPr>
            <a:normAutofit/>
          </a:bodyPr>
          <a:lstStyle>
            <a:lvl1pPr marL="0" indent="0">
              <a:buNone/>
              <a:defRPr sz="1000">
                <a:solidFill>
                  <a:schemeClr val="tx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3" name="Subtitle 2">
            <a:extLst>
              <a:ext uri="{FF2B5EF4-FFF2-40B4-BE49-F238E27FC236}">
                <a16:creationId xmlns:a16="http://schemas.microsoft.com/office/drawing/2014/main" id="{2BD7588B-69E1-FBC3-B0E1-F376867B240D}"/>
              </a:ext>
            </a:extLst>
          </p:cNvPr>
          <p:cNvSpPr txBox="1">
            <a:spLocks/>
          </p:cNvSpPr>
          <p:nvPr userDrawn="1"/>
        </p:nvSpPr>
        <p:spPr>
          <a:xfrm>
            <a:off x="176212" y="260250"/>
            <a:ext cx="907000" cy="305399"/>
          </a:xfrm>
          <a:prstGeom prst="rect">
            <a:avLst/>
          </a:prstGeom>
        </p:spPr>
        <p:txBody>
          <a:bodyPr anchor="ctr">
            <a:noAutofit/>
          </a:bodyPr>
          <a:lstStyle>
            <a:lvl1pPr marL="0" indent="0" algn="ctr" defTabSz="685800" rtl="0" eaLnBrk="1" latinLnBrk="0" hangingPunct="1">
              <a:lnSpc>
                <a:spcPct val="90000"/>
              </a:lnSpc>
              <a:spcBef>
                <a:spcPts val="750"/>
              </a:spcBef>
              <a:buFont typeface="Arial" panose="020B0604020202020204" pitchFamily="34" charset="0"/>
              <a:buNone/>
              <a:defRPr sz="1400" kern="1200">
                <a:solidFill>
                  <a:schemeClr val="bg1"/>
                </a:solidFill>
                <a:latin typeface="Poppins" panose="00000500000000000000" pitchFamily="2" charset="0"/>
                <a:ea typeface="+mn-ea"/>
                <a:cs typeface="Poppins" panose="00000500000000000000" pitchFamily="2" charset="0"/>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Poppins" panose="00000500000000000000" pitchFamily="2" charset="0"/>
                <a:ea typeface="+mn-ea"/>
                <a:cs typeface="Poppins" panose="00000500000000000000" pitchFamily="2" charset="0"/>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Poppins" panose="00000500000000000000" pitchFamily="2" charset="0"/>
                <a:ea typeface="+mn-ea"/>
                <a:cs typeface="Poppins" panose="00000500000000000000" pitchFamily="2" charset="0"/>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Poppins" panose="00000500000000000000" pitchFamily="2" charset="0"/>
                <a:ea typeface="+mn-ea"/>
                <a:cs typeface="Poppins" panose="00000500000000000000" pitchFamily="2" charset="0"/>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Poppins" panose="00000500000000000000" pitchFamily="2" charset="0"/>
                <a:ea typeface="+mn-ea"/>
                <a:cs typeface="Poppins" panose="00000500000000000000" pitchFamily="2" charset="0"/>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ctr"/>
            <a:endParaRPr lang="en-US" sz="800" dirty="0">
              <a:solidFill>
                <a:schemeClr val="tx1"/>
              </a:solidFill>
              <a:latin typeface="Poppins" panose="00000500000000000000" pitchFamily="2" charset="0"/>
              <a:cs typeface="Poppins" panose="00000500000000000000" pitchFamily="2" charset="0"/>
            </a:endParaRPr>
          </a:p>
        </p:txBody>
      </p:sp>
      <p:sp>
        <p:nvSpPr>
          <p:cNvPr id="5" name="Text Placeholder 2">
            <a:extLst>
              <a:ext uri="{FF2B5EF4-FFF2-40B4-BE49-F238E27FC236}">
                <a16:creationId xmlns:a16="http://schemas.microsoft.com/office/drawing/2014/main" id="{3D3F85A6-4EA7-2673-E0C3-3779EFDEE6FE}"/>
              </a:ext>
            </a:extLst>
          </p:cNvPr>
          <p:cNvSpPr>
            <a:spLocks noGrp="1"/>
          </p:cNvSpPr>
          <p:nvPr>
            <p:ph type="body" sz="quarter" idx="15"/>
          </p:nvPr>
        </p:nvSpPr>
        <p:spPr>
          <a:xfrm>
            <a:off x="176213" y="260350"/>
            <a:ext cx="896937" cy="304800"/>
          </a:xfrm>
          <a:prstGeom prst="roundRect">
            <a:avLst>
              <a:gd name="adj" fmla="val 14493"/>
            </a:avLst>
          </a:prstGeom>
          <a:noFill/>
          <a:ln>
            <a:solidFill>
              <a:srgbClr val="7300BF"/>
            </a:solidFill>
          </a:ln>
        </p:spPr>
        <p:txBody>
          <a:bodyPr anchor="ctr">
            <a:noAutofit/>
          </a:bodyPr>
          <a:lstStyle>
            <a:lvl1pPr algn="ctr">
              <a:defRPr sz="800"/>
            </a:lvl1pPr>
          </a:lstStyle>
          <a:p>
            <a:pPr lvl="0"/>
            <a:r>
              <a:rPr lang="en-US" dirty="0"/>
              <a:t>Click to edit Master text styles</a:t>
            </a:r>
          </a:p>
        </p:txBody>
      </p:sp>
      <p:sp>
        <p:nvSpPr>
          <p:cNvPr id="8" name="Content Placeholder 2">
            <a:extLst>
              <a:ext uri="{FF2B5EF4-FFF2-40B4-BE49-F238E27FC236}">
                <a16:creationId xmlns:a16="http://schemas.microsoft.com/office/drawing/2014/main" id="{E675F6A8-F7E1-6453-0503-FD7B84F0BDDD}"/>
              </a:ext>
            </a:extLst>
          </p:cNvPr>
          <p:cNvSpPr>
            <a:spLocks noGrp="1" noChangeAspect="1"/>
          </p:cNvSpPr>
          <p:nvPr>
            <p:ph idx="1"/>
          </p:nvPr>
        </p:nvSpPr>
        <p:spPr>
          <a:xfrm>
            <a:off x="302154" y="1047750"/>
            <a:ext cx="8503920" cy="3640503"/>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1450">
              <a:lnSpc>
                <a:spcPct val="110000"/>
              </a:lnSpc>
              <a:spcBef>
                <a:spcPts val="400"/>
              </a:spcBef>
              <a:buClr>
                <a:schemeClr val="accent2"/>
              </a:buClr>
              <a:buFont typeface="Poppins" panose="00000500000000000000" pitchFamily="2" charset="0"/>
              <a:buChar char="&gt;"/>
              <a:defRPr sz="10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tabLst>
                <a:tab pos="396875" algn="l"/>
              </a:tabLst>
              <a:defRPr sz="900">
                <a:solidFill>
                  <a:schemeClr val="tx1"/>
                </a:solidFill>
                <a:latin typeface="Poppins" panose="00000500000000000000" pitchFamily="2" charset="0"/>
                <a:cs typeface="Poppins" panose="00000500000000000000" pitchFamily="2" charset="0"/>
              </a:defRPr>
            </a:lvl3pPr>
            <a:lvl4pPr marL="569913" indent="-171450">
              <a:lnSpc>
                <a:spcPct val="110000"/>
              </a:lnSpc>
              <a:spcBef>
                <a:spcPts val="400"/>
              </a:spcBef>
              <a:buClr>
                <a:schemeClr val="accent6"/>
              </a:buClr>
              <a:buFont typeface="Poppins" panose="00000500000000000000" pitchFamily="2" charset="0"/>
              <a:buChar char="&gt;"/>
              <a:defRPr sz="8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95015271"/>
      </p:ext>
    </p:extLst>
  </p:cSld>
  <p:clrMapOvr>
    <a:masterClrMapping/>
  </p:clrMapOvr>
  <p:extLst>
    <p:ext uri="{DCECCB84-F9BA-43D5-87BE-67443E8EF086}">
      <p15:sldGuideLst xmlns:p15="http://schemas.microsoft.com/office/powerpoint/2012/main">
        <p15:guide id="2" pos="5644">
          <p15:clr>
            <a:srgbClr val="E46962"/>
          </p15:clr>
        </p15:guide>
        <p15:guide id="3" orient="horz" pos="468" userDrawn="1">
          <p15:clr>
            <a:srgbClr val="E46962"/>
          </p15:clr>
        </p15:guide>
        <p15:guide id="4" orient="horz" pos="2988">
          <p15:clr>
            <a:srgbClr val="FBAE40"/>
          </p15:clr>
        </p15:guide>
        <p15:guide id="6" pos="2928">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Layout 1" preserve="1" userDrawn="1">
  <p:cSld name="Freestyle box">
    <p:bg>
      <p:bgPr>
        <a:solidFill>
          <a:srgbClr val="FCF8FF">
            <a:alpha val="80000"/>
          </a:srgbClr>
        </a:solidFill>
        <a:effectLst/>
      </p:bgPr>
    </p:bg>
    <p:spTree>
      <p:nvGrpSpPr>
        <p:cNvPr id="1" name="Shape 57"/>
        <p:cNvGrpSpPr/>
        <p:nvPr/>
      </p:nvGrpSpPr>
      <p:grpSpPr>
        <a:xfrm>
          <a:off x="0" y="0"/>
          <a:ext cx="0" cy="0"/>
          <a:chOff x="0" y="0"/>
          <a:chExt cx="0" cy="0"/>
        </a:xfrm>
      </p:grpSpPr>
      <p:sp>
        <p:nvSpPr>
          <p:cNvPr id="58" name="Google Shape;58;p15"/>
          <p:cNvSpPr txBox="1">
            <a:spLocks noGrp="1"/>
          </p:cNvSpPr>
          <p:nvPr>
            <p:ph type="title"/>
          </p:nvPr>
        </p:nvSpPr>
        <p:spPr>
          <a:xfrm>
            <a:off x="1073150" y="252986"/>
            <a:ext cx="4846728"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tx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dk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61" name="Google Shape;61;p15"/>
          <p:cNvSpPr txBox="1">
            <a:spLocks noChangeAspect="1"/>
          </p:cNvSpPr>
          <p:nvPr/>
        </p:nvSpPr>
        <p:spPr>
          <a:xfrm>
            <a:off x="100224" y="4847300"/>
            <a:ext cx="2203283"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dk1"/>
              </a:solidFill>
              <a:latin typeface="Poppins"/>
              <a:ea typeface="Poppins"/>
              <a:cs typeface="Poppins"/>
              <a:sym typeface="Poppins"/>
            </a:endParaRPr>
          </a:p>
        </p:txBody>
      </p:sp>
      <p:sp>
        <p:nvSpPr>
          <p:cNvPr id="5" name="Content Placeholder 4">
            <a:extLst>
              <a:ext uri="{FF2B5EF4-FFF2-40B4-BE49-F238E27FC236}">
                <a16:creationId xmlns:a16="http://schemas.microsoft.com/office/drawing/2014/main" id="{748AB0B8-6DB8-6976-7B2C-B087CECC11AB}"/>
              </a:ext>
            </a:extLst>
          </p:cNvPr>
          <p:cNvSpPr>
            <a:spLocks noGrp="1"/>
          </p:cNvSpPr>
          <p:nvPr>
            <p:ph sz="quarter" idx="13"/>
          </p:nvPr>
        </p:nvSpPr>
        <p:spPr>
          <a:xfrm>
            <a:off x="176212" y="742950"/>
            <a:ext cx="8783637" cy="4000501"/>
          </a:xfrm>
          <a:prstGeom prst="roundRect">
            <a:avLst>
              <a:gd name="adj" fmla="val 4333"/>
            </a:avLst>
          </a:prstGeom>
          <a:solidFill>
            <a:schemeClr val="bg1"/>
          </a:solidFill>
          <a:ln>
            <a:solidFill>
              <a:schemeClr val="tx1"/>
            </a:solidFill>
          </a:ln>
        </p:spPr>
        <p:txBody>
          <a:bodyPr/>
          <a:lstStyle>
            <a:lvl1pPr>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a:extLst>
              <a:ext uri="{FF2B5EF4-FFF2-40B4-BE49-F238E27FC236}">
                <a16:creationId xmlns:a16="http://schemas.microsoft.com/office/drawing/2014/main" id="{B091F317-F8CF-5DF6-6BE8-7D3F3D09B0EA}"/>
              </a:ext>
            </a:extLst>
          </p:cNvPr>
          <p:cNvSpPr>
            <a:spLocks noGrp="1"/>
          </p:cNvSpPr>
          <p:nvPr>
            <p:ph type="body" sz="quarter" idx="15"/>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lvl1pPr>
          </a:lstStyle>
          <a:p>
            <a:pPr lvl="0"/>
            <a:r>
              <a:rPr lang="en-US" dirty="0"/>
              <a:t>Click to edit Master text styles</a:t>
            </a:r>
          </a:p>
        </p:txBody>
      </p:sp>
    </p:spTree>
    <p:extLst>
      <p:ext uri="{BB962C8B-B14F-4D97-AF65-F5344CB8AC3E}">
        <p14:creationId xmlns:p14="http://schemas.microsoft.com/office/powerpoint/2010/main" val="3861225201"/>
      </p:ext>
    </p:extLst>
  </p:cSld>
  <p:clrMapOvr>
    <a:masterClrMapping/>
  </p:clrMapOvr>
  <p:extLst>
    <p:ext uri="{DCECCB84-F9BA-43D5-87BE-67443E8EF086}">
      <p15:sldGuideLst xmlns:p15="http://schemas.microsoft.com/office/powerpoint/2012/main">
        <p15:guide id="2" pos="5644">
          <p15:clr>
            <a:srgbClr val="E46962"/>
          </p15:clr>
        </p15:guide>
        <p15:guide id="3" orient="horz" pos="468" userDrawn="1">
          <p15:clr>
            <a:srgbClr val="E46962"/>
          </p15:clr>
        </p15:guide>
        <p15:guide id="4" orient="horz" pos="2988">
          <p15:clr>
            <a:srgbClr val="FBAE40"/>
          </p15:clr>
        </p15:guide>
        <p15:guide id="6" pos="2928">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ustom Layout 1" preserve="1" userDrawn="1">
  <p:cSld name="Two freestyle">
    <p:bg>
      <p:bgPr>
        <a:solidFill>
          <a:srgbClr val="FCF8FF">
            <a:alpha val="80000"/>
          </a:srgbClr>
        </a:solidFill>
        <a:effectLst/>
      </p:bgPr>
    </p:bg>
    <p:spTree>
      <p:nvGrpSpPr>
        <p:cNvPr id="1" name="Shape 57"/>
        <p:cNvGrpSpPr/>
        <p:nvPr/>
      </p:nvGrpSpPr>
      <p:grpSpPr>
        <a:xfrm>
          <a:off x="0" y="0"/>
          <a:ext cx="0" cy="0"/>
          <a:chOff x="0" y="0"/>
          <a:chExt cx="0" cy="0"/>
        </a:xfrm>
      </p:grpSpPr>
      <p:sp>
        <p:nvSpPr>
          <p:cNvPr id="58" name="Google Shape;58;p15"/>
          <p:cNvSpPr txBox="1">
            <a:spLocks noGrp="1"/>
          </p:cNvSpPr>
          <p:nvPr>
            <p:ph type="title"/>
          </p:nvPr>
        </p:nvSpPr>
        <p:spPr>
          <a:xfrm>
            <a:off x="1077547" y="253694"/>
            <a:ext cx="4859704"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tx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dk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61" name="Google Shape;61;p15"/>
          <p:cNvSpPr txBox="1">
            <a:spLocks noChangeAspect="1"/>
          </p:cNvSpPr>
          <p:nvPr/>
        </p:nvSpPr>
        <p:spPr>
          <a:xfrm>
            <a:off x="100224" y="4847300"/>
            <a:ext cx="2203283"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dk1"/>
              </a:solidFill>
              <a:latin typeface="Poppins"/>
              <a:ea typeface="Poppins"/>
              <a:cs typeface="Poppins"/>
              <a:sym typeface="Poppins"/>
            </a:endParaRPr>
          </a:p>
        </p:txBody>
      </p:sp>
      <p:sp>
        <p:nvSpPr>
          <p:cNvPr id="5" name="Content Placeholder 4">
            <a:extLst>
              <a:ext uri="{FF2B5EF4-FFF2-40B4-BE49-F238E27FC236}">
                <a16:creationId xmlns:a16="http://schemas.microsoft.com/office/drawing/2014/main" id="{748AB0B8-6DB8-6976-7B2C-B087CECC11AB}"/>
              </a:ext>
            </a:extLst>
          </p:cNvPr>
          <p:cNvSpPr>
            <a:spLocks noGrp="1"/>
          </p:cNvSpPr>
          <p:nvPr>
            <p:ph sz="quarter" idx="13"/>
          </p:nvPr>
        </p:nvSpPr>
        <p:spPr>
          <a:xfrm>
            <a:off x="176213" y="742951"/>
            <a:ext cx="4249532" cy="4000500"/>
          </a:xfrm>
          <a:prstGeom prst="roundRect">
            <a:avLst>
              <a:gd name="adj" fmla="val 4333"/>
            </a:avLst>
          </a:prstGeom>
          <a:solidFill>
            <a:schemeClr val="bg1"/>
          </a:solidFill>
          <a:ln>
            <a:solidFill>
              <a:schemeClr val="tx1"/>
            </a:solidFill>
          </a:ln>
        </p:spPr>
        <p:txBody>
          <a:bodyPr/>
          <a:lstStyle>
            <a:lvl1pPr>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Content Placeholder 4">
            <a:extLst>
              <a:ext uri="{FF2B5EF4-FFF2-40B4-BE49-F238E27FC236}">
                <a16:creationId xmlns:a16="http://schemas.microsoft.com/office/drawing/2014/main" id="{CC584FF4-C367-F16B-6FD5-7C88D138114F}"/>
              </a:ext>
            </a:extLst>
          </p:cNvPr>
          <p:cNvSpPr>
            <a:spLocks noGrp="1"/>
          </p:cNvSpPr>
          <p:nvPr>
            <p:ph sz="quarter" idx="15"/>
          </p:nvPr>
        </p:nvSpPr>
        <p:spPr>
          <a:xfrm>
            <a:off x="4707353" y="742951"/>
            <a:ext cx="4249532" cy="4000500"/>
          </a:xfrm>
          <a:prstGeom prst="roundRect">
            <a:avLst>
              <a:gd name="adj" fmla="val 4333"/>
            </a:avLst>
          </a:prstGeom>
          <a:solidFill>
            <a:schemeClr val="bg1"/>
          </a:solidFill>
          <a:ln>
            <a:solidFill>
              <a:schemeClr val="tx1"/>
            </a:solidFill>
          </a:ln>
        </p:spPr>
        <p:txBody>
          <a:bodyPr/>
          <a:lstStyle>
            <a:lvl1pPr>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 Placeholder 2">
            <a:extLst>
              <a:ext uri="{FF2B5EF4-FFF2-40B4-BE49-F238E27FC236}">
                <a16:creationId xmlns:a16="http://schemas.microsoft.com/office/drawing/2014/main" id="{5F37883E-454F-001D-AB73-2703F93E342D}"/>
              </a:ext>
            </a:extLst>
          </p:cNvPr>
          <p:cNvSpPr>
            <a:spLocks noGrp="1"/>
          </p:cNvSpPr>
          <p:nvPr>
            <p:ph type="body" sz="quarter" idx="16"/>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lvl1pPr>
          </a:lstStyle>
          <a:p>
            <a:pPr lvl="0"/>
            <a:r>
              <a:rPr lang="en-US" dirty="0"/>
              <a:t>Click to edit Master text styles</a:t>
            </a:r>
          </a:p>
        </p:txBody>
      </p:sp>
    </p:spTree>
    <p:extLst>
      <p:ext uri="{BB962C8B-B14F-4D97-AF65-F5344CB8AC3E}">
        <p14:creationId xmlns:p14="http://schemas.microsoft.com/office/powerpoint/2010/main" val="1337012960"/>
      </p:ext>
    </p:extLst>
  </p:cSld>
  <p:clrMapOvr>
    <a:masterClrMapping/>
  </p:clrMapOvr>
  <p:extLst>
    <p:ext uri="{DCECCB84-F9BA-43D5-87BE-67443E8EF086}">
      <p15:sldGuideLst xmlns:p15="http://schemas.microsoft.com/office/powerpoint/2012/main">
        <p15:guide id="2" pos="5644">
          <p15:clr>
            <a:srgbClr val="E46962"/>
          </p15:clr>
        </p15:guide>
        <p15:guide id="3" orient="horz" pos="468" userDrawn="1">
          <p15:clr>
            <a:srgbClr val="E46962"/>
          </p15:clr>
        </p15:guide>
        <p15:guide id="4" orient="horz" pos="2988">
          <p15:clr>
            <a:srgbClr val="FBAE40"/>
          </p15:clr>
        </p15:guide>
        <p15:guide id="6" pos="2880" userDrawn="1">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ustom Layout 1" preserve="1" userDrawn="1">
  <p:cSld name="Three freestyle">
    <p:bg>
      <p:bgPr>
        <a:solidFill>
          <a:srgbClr val="FCF8FF">
            <a:alpha val="80000"/>
          </a:srgbClr>
        </a:solidFill>
        <a:effectLst/>
      </p:bgPr>
    </p:bg>
    <p:spTree>
      <p:nvGrpSpPr>
        <p:cNvPr id="1" name="Shape 57"/>
        <p:cNvGrpSpPr/>
        <p:nvPr/>
      </p:nvGrpSpPr>
      <p:grpSpPr>
        <a:xfrm>
          <a:off x="0" y="0"/>
          <a:ext cx="0" cy="0"/>
          <a:chOff x="0" y="0"/>
          <a:chExt cx="0" cy="0"/>
        </a:xfrm>
      </p:grpSpPr>
      <p:sp>
        <p:nvSpPr>
          <p:cNvPr id="58" name="Google Shape;58;p15"/>
          <p:cNvSpPr txBox="1">
            <a:spLocks noGrp="1"/>
          </p:cNvSpPr>
          <p:nvPr>
            <p:ph type="title"/>
          </p:nvPr>
        </p:nvSpPr>
        <p:spPr>
          <a:xfrm>
            <a:off x="1084775" y="252986"/>
            <a:ext cx="4858826"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tx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dk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61" name="Google Shape;61;p15"/>
          <p:cNvSpPr txBox="1">
            <a:spLocks noChangeAspect="1"/>
          </p:cNvSpPr>
          <p:nvPr/>
        </p:nvSpPr>
        <p:spPr>
          <a:xfrm>
            <a:off x="100224" y="4847300"/>
            <a:ext cx="2203283"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dk1"/>
              </a:solidFill>
              <a:latin typeface="Poppins"/>
              <a:ea typeface="Poppins"/>
              <a:cs typeface="Poppins"/>
              <a:sym typeface="Poppins"/>
            </a:endParaRPr>
          </a:p>
        </p:txBody>
      </p:sp>
      <p:sp>
        <p:nvSpPr>
          <p:cNvPr id="5" name="Content Placeholder 4">
            <a:extLst>
              <a:ext uri="{FF2B5EF4-FFF2-40B4-BE49-F238E27FC236}">
                <a16:creationId xmlns:a16="http://schemas.microsoft.com/office/drawing/2014/main" id="{748AB0B8-6DB8-6976-7B2C-B087CECC11AB}"/>
              </a:ext>
            </a:extLst>
          </p:cNvPr>
          <p:cNvSpPr>
            <a:spLocks noGrp="1"/>
          </p:cNvSpPr>
          <p:nvPr>
            <p:ph sz="quarter" idx="13"/>
          </p:nvPr>
        </p:nvSpPr>
        <p:spPr>
          <a:xfrm>
            <a:off x="172279" y="742949"/>
            <a:ext cx="2849216" cy="4000501"/>
          </a:xfrm>
          <a:prstGeom prst="roundRect">
            <a:avLst>
              <a:gd name="adj" fmla="val 4333"/>
            </a:avLst>
          </a:prstGeom>
          <a:solidFill>
            <a:schemeClr val="bg1"/>
          </a:solidFill>
          <a:ln>
            <a:solidFill>
              <a:schemeClr val="tx1"/>
            </a:solidFill>
          </a:ln>
        </p:spPr>
        <p:txBody>
          <a:bodyPr/>
          <a:lstStyle>
            <a:lvl1pPr>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Content Placeholder 4">
            <a:extLst>
              <a:ext uri="{FF2B5EF4-FFF2-40B4-BE49-F238E27FC236}">
                <a16:creationId xmlns:a16="http://schemas.microsoft.com/office/drawing/2014/main" id="{CC584FF4-C367-F16B-6FD5-7C88D138114F}"/>
              </a:ext>
            </a:extLst>
          </p:cNvPr>
          <p:cNvSpPr>
            <a:spLocks noGrp="1"/>
          </p:cNvSpPr>
          <p:nvPr>
            <p:ph sz="quarter" idx="15"/>
          </p:nvPr>
        </p:nvSpPr>
        <p:spPr>
          <a:xfrm>
            <a:off x="6110359" y="742950"/>
            <a:ext cx="2849217" cy="4000501"/>
          </a:xfrm>
          <a:prstGeom prst="roundRect">
            <a:avLst>
              <a:gd name="adj" fmla="val 4333"/>
            </a:avLst>
          </a:prstGeom>
          <a:solidFill>
            <a:schemeClr val="bg1"/>
          </a:solidFill>
          <a:ln>
            <a:solidFill>
              <a:schemeClr val="tx1"/>
            </a:solidFill>
          </a:ln>
        </p:spPr>
        <p:txBody>
          <a:bodyPr/>
          <a:lstStyle>
            <a:lvl1pPr>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4">
            <a:extLst>
              <a:ext uri="{FF2B5EF4-FFF2-40B4-BE49-F238E27FC236}">
                <a16:creationId xmlns:a16="http://schemas.microsoft.com/office/drawing/2014/main" id="{4C99FC20-90F7-311A-8234-2AA65F17970A}"/>
              </a:ext>
            </a:extLst>
          </p:cNvPr>
          <p:cNvSpPr>
            <a:spLocks noGrp="1"/>
          </p:cNvSpPr>
          <p:nvPr>
            <p:ph sz="quarter" idx="16"/>
          </p:nvPr>
        </p:nvSpPr>
        <p:spPr>
          <a:xfrm>
            <a:off x="3147391" y="742949"/>
            <a:ext cx="2849217" cy="4000501"/>
          </a:xfrm>
          <a:prstGeom prst="roundRect">
            <a:avLst>
              <a:gd name="adj" fmla="val 4333"/>
            </a:avLst>
          </a:prstGeom>
          <a:solidFill>
            <a:schemeClr val="bg1"/>
          </a:solidFill>
          <a:ln>
            <a:solidFill>
              <a:schemeClr val="tx1"/>
            </a:solidFill>
          </a:ln>
        </p:spPr>
        <p:txBody>
          <a:bodyPr/>
          <a:lstStyle>
            <a:lvl1pPr>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a:extLst>
              <a:ext uri="{FF2B5EF4-FFF2-40B4-BE49-F238E27FC236}">
                <a16:creationId xmlns:a16="http://schemas.microsoft.com/office/drawing/2014/main" id="{0700106D-1D23-5131-A7D7-970944ADA851}"/>
              </a:ext>
            </a:extLst>
          </p:cNvPr>
          <p:cNvSpPr>
            <a:spLocks noGrp="1"/>
          </p:cNvSpPr>
          <p:nvPr>
            <p:ph type="body" sz="quarter" idx="17"/>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lvl1pPr>
          </a:lstStyle>
          <a:p>
            <a:pPr lvl="0"/>
            <a:r>
              <a:rPr lang="en-US" dirty="0"/>
              <a:t>Click to edit Master text styles</a:t>
            </a:r>
          </a:p>
        </p:txBody>
      </p:sp>
    </p:spTree>
    <p:extLst>
      <p:ext uri="{BB962C8B-B14F-4D97-AF65-F5344CB8AC3E}">
        <p14:creationId xmlns:p14="http://schemas.microsoft.com/office/powerpoint/2010/main" val="774410967"/>
      </p:ext>
    </p:extLst>
  </p:cSld>
  <p:clrMapOvr>
    <a:masterClrMapping/>
  </p:clrMapOvr>
  <p:extLst>
    <p:ext uri="{DCECCB84-F9BA-43D5-87BE-67443E8EF086}">
      <p15:sldGuideLst xmlns:p15="http://schemas.microsoft.com/office/powerpoint/2012/main">
        <p15:guide id="2" pos="5644">
          <p15:clr>
            <a:srgbClr val="E46962"/>
          </p15:clr>
        </p15:guide>
        <p15:guide id="3" orient="horz" pos="468" userDrawn="1">
          <p15:clr>
            <a:srgbClr val="E46962"/>
          </p15:clr>
        </p15:guide>
        <p15:guide id="4" orient="horz" pos="2988">
          <p15:clr>
            <a:srgbClr val="FBAE40"/>
          </p15:clr>
        </p15:guide>
        <p15:guide id="6" pos="2880">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ustom Layout 1" preserve="1" userDrawn="1">
  <p:cSld name="One box w/subtitle">
    <p:bg>
      <p:bgPr>
        <a:solidFill>
          <a:srgbClr val="FCF8FF">
            <a:alpha val="80000"/>
          </a:srgbClr>
        </a:solidFill>
        <a:effectLst/>
      </p:bgPr>
    </p:bg>
    <p:spTree>
      <p:nvGrpSpPr>
        <p:cNvPr id="1" name="Shape 57"/>
        <p:cNvGrpSpPr/>
        <p:nvPr/>
      </p:nvGrpSpPr>
      <p:grpSpPr>
        <a:xfrm>
          <a:off x="0" y="0"/>
          <a:ext cx="0" cy="0"/>
          <a:chOff x="0" y="0"/>
          <a:chExt cx="0" cy="0"/>
        </a:xfrm>
      </p:grpSpPr>
      <p:sp>
        <p:nvSpPr>
          <p:cNvPr id="26" name="Rectangle: Rounded Corners 25">
            <a:extLst>
              <a:ext uri="{FF2B5EF4-FFF2-40B4-BE49-F238E27FC236}">
                <a16:creationId xmlns:a16="http://schemas.microsoft.com/office/drawing/2014/main" id="{ED073F04-1418-4550-E3D2-83B61351325D}"/>
              </a:ext>
            </a:extLst>
          </p:cNvPr>
          <p:cNvSpPr/>
          <p:nvPr userDrawn="1"/>
        </p:nvSpPr>
        <p:spPr>
          <a:xfrm>
            <a:off x="176212" y="749300"/>
            <a:ext cx="8783637" cy="3994150"/>
          </a:xfrm>
          <a:prstGeom prst="roundRect">
            <a:avLst>
              <a:gd name="adj" fmla="val 3454"/>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Google Shape;58;p15"/>
          <p:cNvSpPr txBox="1">
            <a:spLocks noGrp="1"/>
          </p:cNvSpPr>
          <p:nvPr>
            <p:ph type="title"/>
          </p:nvPr>
        </p:nvSpPr>
        <p:spPr>
          <a:xfrm>
            <a:off x="1083463" y="252986"/>
            <a:ext cx="4873389"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tx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dk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61" name="Google Shape;61;p15"/>
          <p:cNvSpPr txBox="1">
            <a:spLocks noChangeAspect="1"/>
          </p:cNvSpPr>
          <p:nvPr/>
        </p:nvSpPr>
        <p:spPr>
          <a:xfrm>
            <a:off x="100224" y="4847300"/>
            <a:ext cx="2203283"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dk1"/>
              </a:solidFill>
              <a:latin typeface="Poppins"/>
              <a:ea typeface="Poppins"/>
              <a:cs typeface="Poppins"/>
              <a:sym typeface="Poppins"/>
            </a:endParaRPr>
          </a:p>
        </p:txBody>
      </p:sp>
      <p:sp>
        <p:nvSpPr>
          <p:cNvPr id="3" name="Subtitle 2">
            <a:extLst>
              <a:ext uri="{FF2B5EF4-FFF2-40B4-BE49-F238E27FC236}">
                <a16:creationId xmlns:a16="http://schemas.microsoft.com/office/drawing/2014/main" id="{2BD7588B-69E1-FBC3-B0E1-F376867B240D}"/>
              </a:ext>
            </a:extLst>
          </p:cNvPr>
          <p:cNvSpPr txBox="1">
            <a:spLocks/>
          </p:cNvSpPr>
          <p:nvPr userDrawn="1"/>
        </p:nvSpPr>
        <p:spPr>
          <a:xfrm>
            <a:off x="176212" y="260250"/>
            <a:ext cx="907000" cy="305399"/>
          </a:xfrm>
          <a:prstGeom prst="rect">
            <a:avLst/>
          </a:prstGeom>
        </p:spPr>
        <p:txBody>
          <a:bodyPr anchor="ctr">
            <a:noAutofit/>
          </a:bodyPr>
          <a:lstStyle>
            <a:lvl1pPr marL="0" indent="0" algn="ctr" defTabSz="685800" rtl="0" eaLnBrk="1" latinLnBrk="0" hangingPunct="1">
              <a:lnSpc>
                <a:spcPct val="90000"/>
              </a:lnSpc>
              <a:spcBef>
                <a:spcPts val="750"/>
              </a:spcBef>
              <a:buFont typeface="Arial" panose="020B0604020202020204" pitchFamily="34" charset="0"/>
              <a:buNone/>
              <a:defRPr sz="1400" kern="1200">
                <a:solidFill>
                  <a:schemeClr val="bg1"/>
                </a:solidFill>
                <a:latin typeface="Poppins" panose="00000500000000000000" pitchFamily="2" charset="0"/>
                <a:ea typeface="+mn-ea"/>
                <a:cs typeface="Poppins" panose="00000500000000000000" pitchFamily="2" charset="0"/>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Poppins" panose="00000500000000000000" pitchFamily="2" charset="0"/>
                <a:ea typeface="+mn-ea"/>
                <a:cs typeface="Poppins" panose="00000500000000000000" pitchFamily="2" charset="0"/>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Poppins" panose="00000500000000000000" pitchFamily="2" charset="0"/>
                <a:ea typeface="+mn-ea"/>
                <a:cs typeface="Poppins" panose="00000500000000000000" pitchFamily="2" charset="0"/>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Poppins" panose="00000500000000000000" pitchFamily="2" charset="0"/>
                <a:ea typeface="+mn-ea"/>
                <a:cs typeface="Poppins" panose="00000500000000000000" pitchFamily="2" charset="0"/>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Poppins" panose="00000500000000000000" pitchFamily="2" charset="0"/>
                <a:ea typeface="+mn-ea"/>
                <a:cs typeface="Poppins" panose="00000500000000000000" pitchFamily="2" charset="0"/>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ctr"/>
            <a:endParaRPr lang="en-US" sz="800" dirty="0">
              <a:solidFill>
                <a:schemeClr val="tx1"/>
              </a:solidFill>
              <a:latin typeface="Poppins" panose="00000500000000000000" pitchFamily="2" charset="0"/>
              <a:cs typeface="Poppins" panose="00000500000000000000" pitchFamily="2" charset="0"/>
            </a:endParaRPr>
          </a:p>
        </p:txBody>
      </p:sp>
      <p:sp>
        <p:nvSpPr>
          <p:cNvPr id="27" name="Content Placeholder 2">
            <a:extLst>
              <a:ext uri="{FF2B5EF4-FFF2-40B4-BE49-F238E27FC236}">
                <a16:creationId xmlns:a16="http://schemas.microsoft.com/office/drawing/2014/main" id="{75763768-4B02-E837-E0DC-8FCDAE98BBB9}"/>
              </a:ext>
            </a:extLst>
          </p:cNvPr>
          <p:cNvSpPr>
            <a:spLocks noGrp="1" noChangeAspect="1"/>
          </p:cNvSpPr>
          <p:nvPr>
            <p:ph idx="1"/>
          </p:nvPr>
        </p:nvSpPr>
        <p:spPr>
          <a:xfrm>
            <a:off x="302154" y="1216136"/>
            <a:ext cx="8503920" cy="3434071"/>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tabLst/>
              <a:defRPr sz="10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9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8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Text Placeholder 2">
            <a:extLst>
              <a:ext uri="{FF2B5EF4-FFF2-40B4-BE49-F238E27FC236}">
                <a16:creationId xmlns:a16="http://schemas.microsoft.com/office/drawing/2014/main" id="{D76BF75E-0B6C-39F5-CB01-3165BA6FA5A7}"/>
              </a:ext>
            </a:extLst>
          </p:cNvPr>
          <p:cNvSpPr>
            <a:spLocks noGrp="1" noChangeAspect="1"/>
          </p:cNvSpPr>
          <p:nvPr>
            <p:ph type="body" idx="14"/>
          </p:nvPr>
        </p:nvSpPr>
        <p:spPr>
          <a:xfrm>
            <a:off x="212035" y="866432"/>
            <a:ext cx="8573081" cy="216616"/>
          </a:xfrm>
          <a:prstGeom prst="rect">
            <a:avLst/>
          </a:prstGeom>
        </p:spPr>
        <p:txBody>
          <a:bodyPr>
            <a:normAutofit/>
          </a:bodyPr>
          <a:lstStyle>
            <a:lvl1pPr marL="0" indent="0">
              <a:buNone/>
              <a:defRPr sz="1000">
                <a:solidFill>
                  <a:schemeClr val="tx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2" name="Text Placeholder 2">
            <a:extLst>
              <a:ext uri="{FF2B5EF4-FFF2-40B4-BE49-F238E27FC236}">
                <a16:creationId xmlns:a16="http://schemas.microsoft.com/office/drawing/2014/main" id="{37BE7CF0-78E2-DFE6-9947-C22AB446B879}"/>
              </a:ext>
            </a:extLst>
          </p:cNvPr>
          <p:cNvSpPr>
            <a:spLocks noGrp="1"/>
          </p:cNvSpPr>
          <p:nvPr>
            <p:ph type="body" sz="quarter" idx="15"/>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lvl1pPr>
          </a:lstStyle>
          <a:p>
            <a:pPr lvl="0"/>
            <a:r>
              <a:rPr lang="en-US" dirty="0"/>
              <a:t>Click to edit Master text styles</a:t>
            </a:r>
          </a:p>
        </p:txBody>
      </p:sp>
      <p:sp>
        <p:nvSpPr>
          <p:cNvPr id="4" name="Google Shape;387;p31">
            <a:extLst>
              <a:ext uri="{FF2B5EF4-FFF2-40B4-BE49-F238E27FC236}">
                <a16:creationId xmlns:a16="http://schemas.microsoft.com/office/drawing/2014/main" id="{18DA684B-B59E-6B3F-1CE2-A097189077F6}"/>
              </a:ext>
            </a:extLst>
          </p:cNvPr>
          <p:cNvSpPr/>
          <p:nvPr userDrawn="1"/>
        </p:nvSpPr>
        <p:spPr>
          <a:xfrm flipH="1">
            <a:off x="302154" y="1090668"/>
            <a:ext cx="8503920" cy="6900"/>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a:solidFill>
                <a:schemeClr val="bg1"/>
              </a:solidFill>
            </a:endParaRPr>
          </a:p>
        </p:txBody>
      </p:sp>
    </p:spTree>
    <p:extLst>
      <p:ext uri="{BB962C8B-B14F-4D97-AF65-F5344CB8AC3E}">
        <p14:creationId xmlns:p14="http://schemas.microsoft.com/office/powerpoint/2010/main" val="3891454824"/>
      </p:ext>
    </p:extLst>
  </p:cSld>
  <p:clrMapOvr>
    <a:masterClrMapping/>
  </p:clrMapOvr>
  <p:extLst>
    <p:ext uri="{DCECCB84-F9BA-43D5-87BE-67443E8EF086}">
      <p15:sldGuideLst xmlns:p15="http://schemas.microsoft.com/office/powerpoint/2012/main">
        <p15:guide id="2" pos="5644">
          <p15:clr>
            <a:srgbClr val="E46962"/>
          </p15:clr>
        </p15:guide>
        <p15:guide id="3" orient="horz" pos="468" userDrawn="1">
          <p15:clr>
            <a:srgbClr val="E46962"/>
          </p15:clr>
        </p15:guide>
        <p15:guide id="4" orient="horz" pos="2988">
          <p15:clr>
            <a:srgbClr val="FBAE40"/>
          </p15:clr>
        </p15:guide>
        <p15:guide id="6" pos="2928">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ustom Layout 1" preserve="1" userDrawn="1">
  <p:cSld name="One Box">
    <p:bg>
      <p:bgPr>
        <a:solidFill>
          <a:srgbClr val="FCF8FF">
            <a:alpha val="80000"/>
          </a:srgbClr>
        </a:solidFill>
        <a:effectLst/>
      </p:bgPr>
    </p:bg>
    <p:spTree>
      <p:nvGrpSpPr>
        <p:cNvPr id="1" name="Shape 57"/>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53611D5-BFCD-8FD3-3C18-8578FAB839C4}"/>
              </a:ext>
            </a:extLst>
          </p:cNvPr>
          <p:cNvSpPr/>
          <p:nvPr userDrawn="1"/>
        </p:nvSpPr>
        <p:spPr>
          <a:xfrm>
            <a:off x="176212" y="749300"/>
            <a:ext cx="8783637" cy="3994150"/>
          </a:xfrm>
          <a:prstGeom prst="roundRect">
            <a:avLst>
              <a:gd name="adj" fmla="val 3454"/>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Google Shape;58;p15"/>
          <p:cNvSpPr txBox="1">
            <a:spLocks noGrp="1"/>
          </p:cNvSpPr>
          <p:nvPr>
            <p:ph type="title"/>
          </p:nvPr>
        </p:nvSpPr>
        <p:spPr>
          <a:xfrm>
            <a:off x="1083212" y="252986"/>
            <a:ext cx="4867014"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tx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dk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61" name="Google Shape;61;p15"/>
          <p:cNvSpPr txBox="1">
            <a:spLocks noChangeAspect="1"/>
          </p:cNvSpPr>
          <p:nvPr/>
        </p:nvSpPr>
        <p:spPr>
          <a:xfrm>
            <a:off x="100224" y="4847300"/>
            <a:ext cx="2203283"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dk1"/>
              </a:solidFill>
              <a:latin typeface="Poppins"/>
              <a:ea typeface="Poppins"/>
              <a:cs typeface="Poppins"/>
              <a:sym typeface="Poppins"/>
            </a:endParaRPr>
          </a:p>
        </p:txBody>
      </p:sp>
      <p:sp>
        <p:nvSpPr>
          <p:cNvPr id="22" name="Content Placeholder 2">
            <a:extLst>
              <a:ext uri="{FF2B5EF4-FFF2-40B4-BE49-F238E27FC236}">
                <a16:creationId xmlns:a16="http://schemas.microsoft.com/office/drawing/2014/main" id="{1ACCFDBE-F468-7F49-B74A-C4F9AB99F2E0}"/>
              </a:ext>
            </a:extLst>
          </p:cNvPr>
          <p:cNvSpPr>
            <a:spLocks noGrp="1" noChangeAspect="1"/>
          </p:cNvSpPr>
          <p:nvPr>
            <p:ph idx="1"/>
          </p:nvPr>
        </p:nvSpPr>
        <p:spPr>
          <a:xfrm>
            <a:off x="302154" y="852170"/>
            <a:ext cx="8503920" cy="3823229"/>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10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tabLst>
                <a:tab pos="396875" algn="l"/>
              </a:tabLst>
              <a:defRPr sz="9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8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ubtitle 2">
            <a:extLst>
              <a:ext uri="{FF2B5EF4-FFF2-40B4-BE49-F238E27FC236}">
                <a16:creationId xmlns:a16="http://schemas.microsoft.com/office/drawing/2014/main" id="{1F644541-40B9-BAD1-9877-41A156FE618A}"/>
              </a:ext>
            </a:extLst>
          </p:cNvPr>
          <p:cNvSpPr txBox="1">
            <a:spLocks/>
          </p:cNvSpPr>
          <p:nvPr userDrawn="1"/>
        </p:nvSpPr>
        <p:spPr>
          <a:xfrm>
            <a:off x="176212" y="260250"/>
            <a:ext cx="907000" cy="305399"/>
          </a:xfrm>
          <a:prstGeom prst="rect">
            <a:avLst/>
          </a:prstGeom>
        </p:spPr>
        <p:txBody>
          <a:bodyPr anchor="ctr">
            <a:noAutofit/>
          </a:bodyPr>
          <a:lstStyle>
            <a:lvl1pPr marL="0" indent="0" algn="ctr" defTabSz="685800" rtl="0" eaLnBrk="1" latinLnBrk="0" hangingPunct="1">
              <a:lnSpc>
                <a:spcPct val="90000"/>
              </a:lnSpc>
              <a:spcBef>
                <a:spcPts val="750"/>
              </a:spcBef>
              <a:buFont typeface="Arial" panose="020B0604020202020204" pitchFamily="34" charset="0"/>
              <a:buNone/>
              <a:defRPr sz="1400" kern="1200">
                <a:solidFill>
                  <a:schemeClr val="bg1"/>
                </a:solidFill>
                <a:latin typeface="Poppins" panose="00000500000000000000" pitchFamily="2" charset="0"/>
                <a:ea typeface="+mn-ea"/>
                <a:cs typeface="Poppins" panose="00000500000000000000" pitchFamily="2" charset="0"/>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Poppins" panose="00000500000000000000" pitchFamily="2" charset="0"/>
                <a:ea typeface="+mn-ea"/>
                <a:cs typeface="Poppins" panose="00000500000000000000" pitchFamily="2" charset="0"/>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Poppins" panose="00000500000000000000" pitchFamily="2" charset="0"/>
                <a:ea typeface="+mn-ea"/>
                <a:cs typeface="Poppins" panose="00000500000000000000" pitchFamily="2" charset="0"/>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Poppins" panose="00000500000000000000" pitchFamily="2" charset="0"/>
                <a:ea typeface="+mn-ea"/>
                <a:cs typeface="Poppins" panose="00000500000000000000" pitchFamily="2" charset="0"/>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Poppins" panose="00000500000000000000" pitchFamily="2" charset="0"/>
                <a:ea typeface="+mn-ea"/>
                <a:cs typeface="Poppins" panose="00000500000000000000" pitchFamily="2" charset="0"/>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ctr"/>
            <a:endParaRPr lang="en-US" sz="800" dirty="0">
              <a:solidFill>
                <a:schemeClr val="tx1"/>
              </a:solidFill>
              <a:latin typeface="Poppins" panose="00000500000000000000" pitchFamily="2" charset="0"/>
              <a:cs typeface="Poppins" panose="00000500000000000000" pitchFamily="2" charset="0"/>
            </a:endParaRPr>
          </a:p>
        </p:txBody>
      </p:sp>
      <p:sp>
        <p:nvSpPr>
          <p:cNvPr id="2" name="Text Placeholder 2">
            <a:extLst>
              <a:ext uri="{FF2B5EF4-FFF2-40B4-BE49-F238E27FC236}">
                <a16:creationId xmlns:a16="http://schemas.microsoft.com/office/drawing/2014/main" id="{6C1A4F52-28A5-6E09-3809-367BFBFE6233}"/>
              </a:ext>
            </a:extLst>
          </p:cNvPr>
          <p:cNvSpPr>
            <a:spLocks noGrp="1"/>
          </p:cNvSpPr>
          <p:nvPr>
            <p:ph type="body" sz="quarter" idx="15"/>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lvl1pPr>
          </a:lstStyle>
          <a:p>
            <a:pPr lvl="0"/>
            <a:r>
              <a:rPr lang="en-US" dirty="0"/>
              <a:t>Click to edit Master text styles</a:t>
            </a:r>
          </a:p>
        </p:txBody>
      </p:sp>
    </p:spTree>
    <p:extLst>
      <p:ext uri="{BB962C8B-B14F-4D97-AF65-F5344CB8AC3E}">
        <p14:creationId xmlns:p14="http://schemas.microsoft.com/office/powerpoint/2010/main" val="3074117341"/>
      </p:ext>
    </p:extLst>
  </p:cSld>
  <p:clrMapOvr>
    <a:masterClrMapping/>
  </p:clrMapOvr>
  <p:extLst>
    <p:ext uri="{DCECCB84-F9BA-43D5-87BE-67443E8EF086}">
      <p15:sldGuideLst xmlns:p15="http://schemas.microsoft.com/office/powerpoint/2012/main">
        <p15:guide id="2" pos="5644">
          <p15:clr>
            <a:srgbClr val="E46962"/>
          </p15:clr>
        </p15:guide>
        <p15:guide id="3" orient="horz" pos="468" userDrawn="1">
          <p15:clr>
            <a:srgbClr val="E46962"/>
          </p15:clr>
        </p15:guide>
        <p15:guide id="4" orient="horz" pos="2988">
          <p15:clr>
            <a:srgbClr val="FBAE40"/>
          </p15:clr>
        </p15:guide>
        <p15:guide id="6" pos="2928">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ustom Layout 1" preserve="1" userDrawn="1">
  <p:cSld name="One dark w/subtitle">
    <p:bg>
      <p:bgPr>
        <a:solidFill>
          <a:srgbClr val="FCF8FF">
            <a:alpha val="80000"/>
          </a:srgbClr>
        </a:solidFill>
        <a:effectLst/>
      </p:bgPr>
    </p:bg>
    <p:spTree>
      <p:nvGrpSpPr>
        <p:cNvPr id="1" name="Shape 57"/>
        <p:cNvGrpSpPr/>
        <p:nvPr/>
      </p:nvGrpSpPr>
      <p:grpSpPr>
        <a:xfrm>
          <a:off x="0" y="0"/>
          <a:ext cx="0" cy="0"/>
          <a:chOff x="0" y="0"/>
          <a:chExt cx="0" cy="0"/>
        </a:xfrm>
      </p:grpSpPr>
      <p:sp>
        <p:nvSpPr>
          <p:cNvPr id="58" name="Google Shape;58;p15"/>
          <p:cNvSpPr txBox="1">
            <a:spLocks noGrp="1"/>
          </p:cNvSpPr>
          <p:nvPr>
            <p:ph type="title"/>
          </p:nvPr>
        </p:nvSpPr>
        <p:spPr>
          <a:xfrm>
            <a:off x="1076863" y="253694"/>
            <a:ext cx="4873088"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tx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dk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61" name="Google Shape;61;p15"/>
          <p:cNvSpPr txBox="1">
            <a:spLocks noChangeAspect="1"/>
          </p:cNvSpPr>
          <p:nvPr/>
        </p:nvSpPr>
        <p:spPr>
          <a:xfrm>
            <a:off x="100224" y="4847300"/>
            <a:ext cx="2203283"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dk1"/>
              </a:solidFill>
              <a:latin typeface="Poppins"/>
              <a:ea typeface="Poppins"/>
              <a:cs typeface="Poppins"/>
              <a:sym typeface="Poppins"/>
            </a:endParaRPr>
          </a:p>
        </p:txBody>
      </p:sp>
      <p:sp>
        <p:nvSpPr>
          <p:cNvPr id="17" name="Rectangle: Rounded Corners 16">
            <a:extLst>
              <a:ext uri="{FF2B5EF4-FFF2-40B4-BE49-F238E27FC236}">
                <a16:creationId xmlns:a16="http://schemas.microsoft.com/office/drawing/2014/main" id="{753611D5-BFCD-8FD3-3C18-8578FAB839C4}"/>
              </a:ext>
            </a:extLst>
          </p:cNvPr>
          <p:cNvSpPr/>
          <p:nvPr userDrawn="1"/>
        </p:nvSpPr>
        <p:spPr>
          <a:xfrm>
            <a:off x="176212" y="749300"/>
            <a:ext cx="8783637" cy="3994150"/>
          </a:xfrm>
          <a:prstGeom prst="roundRect">
            <a:avLst>
              <a:gd name="adj" fmla="val 3454"/>
            </a:avLst>
          </a:prstGeom>
          <a:solidFill>
            <a:srgbClr val="0A0B2B"/>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8" name="Google Shape;387;p31">
            <a:extLst>
              <a:ext uri="{FF2B5EF4-FFF2-40B4-BE49-F238E27FC236}">
                <a16:creationId xmlns:a16="http://schemas.microsoft.com/office/drawing/2014/main" id="{FE35385D-7ECF-1974-F4B3-B2A0DA0A545E}"/>
              </a:ext>
            </a:extLst>
          </p:cNvPr>
          <p:cNvSpPr/>
          <p:nvPr userDrawn="1"/>
        </p:nvSpPr>
        <p:spPr>
          <a:xfrm flipH="1">
            <a:off x="302154" y="1101657"/>
            <a:ext cx="8503920" cy="6900"/>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a:solidFill>
                <a:schemeClr val="bg1"/>
              </a:solidFill>
            </a:endParaRPr>
          </a:p>
        </p:txBody>
      </p:sp>
      <p:sp>
        <p:nvSpPr>
          <p:cNvPr id="24" name="Text Placeholder 2">
            <a:extLst>
              <a:ext uri="{FF2B5EF4-FFF2-40B4-BE49-F238E27FC236}">
                <a16:creationId xmlns:a16="http://schemas.microsoft.com/office/drawing/2014/main" id="{C0B47534-CEEA-B0A2-1F01-6874548A6EC5}"/>
              </a:ext>
            </a:extLst>
          </p:cNvPr>
          <p:cNvSpPr>
            <a:spLocks noGrp="1" noChangeAspect="1"/>
          </p:cNvSpPr>
          <p:nvPr userDrawn="1">
            <p:ph type="body" idx="14"/>
          </p:nvPr>
        </p:nvSpPr>
        <p:spPr>
          <a:xfrm>
            <a:off x="221974" y="878345"/>
            <a:ext cx="8573081" cy="216616"/>
          </a:xfrm>
          <a:prstGeom prst="rect">
            <a:avLst/>
          </a:prstGeom>
        </p:spPr>
        <p:txBody>
          <a:bodyPr>
            <a:normAutofit/>
          </a:bodyPr>
          <a:lstStyle>
            <a:lvl1pPr marL="0" indent="0">
              <a:buNone/>
              <a:defRPr sz="1000">
                <a:solidFill>
                  <a:schemeClr val="bg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3" name="Subtitle 2">
            <a:extLst>
              <a:ext uri="{FF2B5EF4-FFF2-40B4-BE49-F238E27FC236}">
                <a16:creationId xmlns:a16="http://schemas.microsoft.com/office/drawing/2014/main" id="{2184A2DB-0B5C-6D48-A66F-E0145714C18C}"/>
              </a:ext>
            </a:extLst>
          </p:cNvPr>
          <p:cNvSpPr txBox="1">
            <a:spLocks/>
          </p:cNvSpPr>
          <p:nvPr userDrawn="1"/>
        </p:nvSpPr>
        <p:spPr>
          <a:xfrm>
            <a:off x="176212" y="260250"/>
            <a:ext cx="907000" cy="305399"/>
          </a:xfrm>
          <a:prstGeom prst="rect">
            <a:avLst/>
          </a:prstGeom>
        </p:spPr>
        <p:txBody>
          <a:bodyPr anchor="ctr">
            <a:noAutofit/>
          </a:bodyPr>
          <a:lstStyle>
            <a:lvl1pPr marL="0" indent="0" algn="ctr" defTabSz="685800" rtl="0" eaLnBrk="1" latinLnBrk="0" hangingPunct="1">
              <a:lnSpc>
                <a:spcPct val="90000"/>
              </a:lnSpc>
              <a:spcBef>
                <a:spcPts val="750"/>
              </a:spcBef>
              <a:buFont typeface="Arial" panose="020B0604020202020204" pitchFamily="34" charset="0"/>
              <a:buNone/>
              <a:defRPr sz="1400" kern="1200">
                <a:solidFill>
                  <a:schemeClr val="bg1"/>
                </a:solidFill>
                <a:latin typeface="Poppins" panose="00000500000000000000" pitchFamily="2" charset="0"/>
                <a:ea typeface="+mn-ea"/>
                <a:cs typeface="Poppins" panose="00000500000000000000" pitchFamily="2" charset="0"/>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Poppins" panose="00000500000000000000" pitchFamily="2" charset="0"/>
                <a:ea typeface="+mn-ea"/>
                <a:cs typeface="Poppins" panose="00000500000000000000" pitchFamily="2" charset="0"/>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Poppins" panose="00000500000000000000" pitchFamily="2" charset="0"/>
                <a:ea typeface="+mn-ea"/>
                <a:cs typeface="Poppins" panose="00000500000000000000" pitchFamily="2" charset="0"/>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Poppins" panose="00000500000000000000" pitchFamily="2" charset="0"/>
                <a:ea typeface="+mn-ea"/>
                <a:cs typeface="Poppins" panose="00000500000000000000" pitchFamily="2" charset="0"/>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Poppins" panose="00000500000000000000" pitchFamily="2" charset="0"/>
                <a:ea typeface="+mn-ea"/>
                <a:cs typeface="Poppins" panose="00000500000000000000" pitchFamily="2" charset="0"/>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ctr"/>
            <a:endParaRPr lang="en-US" sz="800" dirty="0">
              <a:solidFill>
                <a:schemeClr val="tx1"/>
              </a:solidFill>
              <a:latin typeface="Poppins" panose="00000500000000000000" pitchFamily="2" charset="0"/>
              <a:cs typeface="Poppins" panose="00000500000000000000" pitchFamily="2" charset="0"/>
            </a:endParaRPr>
          </a:p>
        </p:txBody>
      </p:sp>
      <p:sp>
        <p:nvSpPr>
          <p:cNvPr id="2" name="Text Placeholder 2">
            <a:extLst>
              <a:ext uri="{FF2B5EF4-FFF2-40B4-BE49-F238E27FC236}">
                <a16:creationId xmlns:a16="http://schemas.microsoft.com/office/drawing/2014/main" id="{1E76F8E9-804E-7A10-6E5B-FDEDE6716426}"/>
              </a:ext>
            </a:extLst>
          </p:cNvPr>
          <p:cNvSpPr>
            <a:spLocks noGrp="1"/>
          </p:cNvSpPr>
          <p:nvPr userDrawn="1">
            <p:ph type="body" sz="quarter" idx="15"/>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lvl1pPr>
          </a:lstStyle>
          <a:p>
            <a:pPr lvl="0"/>
            <a:r>
              <a:rPr lang="en-US" dirty="0"/>
              <a:t>Click to edit Master text styles</a:t>
            </a:r>
          </a:p>
        </p:txBody>
      </p:sp>
      <p:sp>
        <p:nvSpPr>
          <p:cNvPr id="6" name="Content Placeholder 2">
            <a:extLst>
              <a:ext uri="{FF2B5EF4-FFF2-40B4-BE49-F238E27FC236}">
                <a16:creationId xmlns:a16="http://schemas.microsoft.com/office/drawing/2014/main" id="{D9F9A66B-90AA-FEDC-7ECC-C92736A49BCD}"/>
              </a:ext>
            </a:extLst>
          </p:cNvPr>
          <p:cNvSpPr>
            <a:spLocks noGrp="1" noChangeAspect="1"/>
          </p:cNvSpPr>
          <p:nvPr userDrawn="1">
            <p:ph idx="1"/>
          </p:nvPr>
        </p:nvSpPr>
        <p:spPr>
          <a:xfrm>
            <a:off x="302154" y="1249197"/>
            <a:ext cx="8503920" cy="3398722"/>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bg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tabLst/>
              <a:defRPr sz="1000">
                <a:solidFill>
                  <a:schemeClr val="bg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900">
                <a:solidFill>
                  <a:schemeClr val="bg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800">
                <a:solidFill>
                  <a:schemeClr val="bg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700">
                <a:solidFill>
                  <a:schemeClr val="bg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66219287"/>
      </p:ext>
    </p:extLst>
  </p:cSld>
  <p:clrMapOvr>
    <a:masterClrMapping/>
  </p:clrMapOvr>
  <p:extLst>
    <p:ext uri="{DCECCB84-F9BA-43D5-87BE-67443E8EF086}">
      <p15:sldGuideLst xmlns:p15="http://schemas.microsoft.com/office/powerpoint/2012/main">
        <p15:guide id="2" pos="5644">
          <p15:clr>
            <a:srgbClr val="E46962"/>
          </p15:clr>
        </p15:guide>
        <p15:guide id="3" orient="horz" pos="468" userDrawn="1">
          <p15:clr>
            <a:srgbClr val="E46962"/>
          </p15:clr>
        </p15:guide>
        <p15:guide id="4" orient="horz" pos="2988">
          <p15:clr>
            <a:srgbClr val="FBAE40"/>
          </p15:clr>
        </p15:guide>
        <p15:guide id="6" pos="2928">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ustom Layout 1" preserve="1" userDrawn="1">
  <p:cSld name="One dark">
    <p:bg>
      <p:bgPr>
        <a:solidFill>
          <a:srgbClr val="FCF8FF">
            <a:alpha val="80000"/>
          </a:srgbClr>
        </a:solidFill>
        <a:effectLst/>
      </p:bgPr>
    </p:bg>
    <p:spTree>
      <p:nvGrpSpPr>
        <p:cNvPr id="1" name="Shape 57"/>
        <p:cNvGrpSpPr/>
        <p:nvPr/>
      </p:nvGrpSpPr>
      <p:grpSpPr>
        <a:xfrm>
          <a:off x="0" y="0"/>
          <a:ext cx="0" cy="0"/>
          <a:chOff x="0" y="0"/>
          <a:chExt cx="0" cy="0"/>
        </a:xfrm>
      </p:grpSpPr>
      <p:sp>
        <p:nvSpPr>
          <p:cNvPr id="58" name="Google Shape;58;p15"/>
          <p:cNvSpPr txBox="1">
            <a:spLocks noGrp="1"/>
          </p:cNvSpPr>
          <p:nvPr>
            <p:ph type="title"/>
          </p:nvPr>
        </p:nvSpPr>
        <p:spPr>
          <a:xfrm>
            <a:off x="1083212" y="252986"/>
            <a:ext cx="4866737"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tx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dk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61" name="Google Shape;61;p15"/>
          <p:cNvSpPr txBox="1">
            <a:spLocks noChangeAspect="1"/>
          </p:cNvSpPr>
          <p:nvPr/>
        </p:nvSpPr>
        <p:spPr>
          <a:xfrm>
            <a:off x="100224" y="4847300"/>
            <a:ext cx="2203283"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dk1"/>
              </a:solidFill>
              <a:latin typeface="Poppins"/>
              <a:ea typeface="Poppins"/>
              <a:cs typeface="Poppins"/>
              <a:sym typeface="Poppins"/>
            </a:endParaRPr>
          </a:p>
        </p:txBody>
      </p:sp>
      <p:sp>
        <p:nvSpPr>
          <p:cNvPr id="17" name="Rectangle: Rounded Corners 16">
            <a:extLst>
              <a:ext uri="{FF2B5EF4-FFF2-40B4-BE49-F238E27FC236}">
                <a16:creationId xmlns:a16="http://schemas.microsoft.com/office/drawing/2014/main" id="{753611D5-BFCD-8FD3-3C18-8578FAB839C4}"/>
              </a:ext>
            </a:extLst>
          </p:cNvPr>
          <p:cNvSpPr/>
          <p:nvPr userDrawn="1"/>
        </p:nvSpPr>
        <p:spPr>
          <a:xfrm>
            <a:off x="176212" y="742950"/>
            <a:ext cx="8783637" cy="4002288"/>
          </a:xfrm>
          <a:prstGeom prst="roundRect">
            <a:avLst>
              <a:gd name="adj" fmla="val 3454"/>
            </a:avLst>
          </a:prstGeom>
          <a:solidFill>
            <a:srgbClr val="0A0B2B"/>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3A258D22-2191-DE43-CF41-3C42B6A7E3F8}"/>
              </a:ext>
            </a:extLst>
          </p:cNvPr>
          <p:cNvSpPr txBox="1">
            <a:spLocks/>
          </p:cNvSpPr>
          <p:nvPr userDrawn="1"/>
        </p:nvSpPr>
        <p:spPr>
          <a:xfrm>
            <a:off x="176212" y="260250"/>
            <a:ext cx="907000" cy="305399"/>
          </a:xfrm>
          <a:prstGeom prst="rect">
            <a:avLst/>
          </a:prstGeom>
        </p:spPr>
        <p:txBody>
          <a:bodyPr anchor="ctr">
            <a:noAutofit/>
          </a:bodyPr>
          <a:lstStyle>
            <a:lvl1pPr marL="0" indent="0" algn="ctr" defTabSz="685800" rtl="0" eaLnBrk="1" latinLnBrk="0" hangingPunct="1">
              <a:lnSpc>
                <a:spcPct val="90000"/>
              </a:lnSpc>
              <a:spcBef>
                <a:spcPts val="750"/>
              </a:spcBef>
              <a:buFont typeface="Arial" panose="020B0604020202020204" pitchFamily="34" charset="0"/>
              <a:buNone/>
              <a:defRPr sz="1400" kern="1200">
                <a:solidFill>
                  <a:schemeClr val="bg1"/>
                </a:solidFill>
                <a:latin typeface="Poppins" panose="00000500000000000000" pitchFamily="2" charset="0"/>
                <a:ea typeface="+mn-ea"/>
                <a:cs typeface="Poppins" panose="00000500000000000000" pitchFamily="2" charset="0"/>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Poppins" panose="00000500000000000000" pitchFamily="2" charset="0"/>
                <a:ea typeface="+mn-ea"/>
                <a:cs typeface="Poppins" panose="00000500000000000000" pitchFamily="2" charset="0"/>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Poppins" panose="00000500000000000000" pitchFamily="2" charset="0"/>
                <a:ea typeface="+mn-ea"/>
                <a:cs typeface="Poppins" panose="00000500000000000000" pitchFamily="2" charset="0"/>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Poppins" panose="00000500000000000000" pitchFamily="2" charset="0"/>
                <a:ea typeface="+mn-ea"/>
                <a:cs typeface="Poppins" panose="00000500000000000000" pitchFamily="2" charset="0"/>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Poppins" panose="00000500000000000000" pitchFamily="2" charset="0"/>
                <a:ea typeface="+mn-ea"/>
                <a:cs typeface="Poppins" panose="00000500000000000000" pitchFamily="2" charset="0"/>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ctr"/>
            <a:endParaRPr lang="en-US" sz="800" dirty="0">
              <a:solidFill>
                <a:schemeClr val="tx1"/>
              </a:solidFill>
              <a:latin typeface="Poppins" panose="00000500000000000000" pitchFamily="2" charset="0"/>
              <a:cs typeface="Poppins" panose="00000500000000000000" pitchFamily="2" charset="0"/>
            </a:endParaRPr>
          </a:p>
        </p:txBody>
      </p:sp>
      <p:sp>
        <p:nvSpPr>
          <p:cNvPr id="2" name="Text Placeholder 2">
            <a:extLst>
              <a:ext uri="{FF2B5EF4-FFF2-40B4-BE49-F238E27FC236}">
                <a16:creationId xmlns:a16="http://schemas.microsoft.com/office/drawing/2014/main" id="{2780258C-05B6-1DB1-91AF-2BC519F25531}"/>
              </a:ext>
            </a:extLst>
          </p:cNvPr>
          <p:cNvSpPr>
            <a:spLocks noGrp="1"/>
          </p:cNvSpPr>
          <p:nvPr>
            <p:ph type="body" sz="quarter" idx="15"/>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lvl1pPr>
          </a:lstStyle>
          <a:p>
            <a:pPr lvl="0"/>
            <a:r>
              <a:rPr lang="en-US" dirty="0"/>
              <a:t>Click to edit Master text styles</a:t>
            </a:r>
          </a:p>
        </p:txBody>
      </p:sp>
      <p:sp>
        <p:nvSpPr>
          <p:cNvPr id="6" name="Content Placeholder 2">
            <a:extLst>
              <a:ext uri="{FF2B5EF4-FFF2-40B4-BE49-F238E27FC236}">
                <a16:creationId xmlns:a16="http://schemas.microsoft.com/office/drawing/2014/main" id="{E1098405-DDA1-1B6E-0AEE-B8BEC8673E16}"/>
              </a:ext>
            </a:extLst>
          </p:cNvPr>
          <p:cNvSpPr>
            <a:spLocks noGrp="1" noChangeAspect="1"/>
          </p:cNvSpPr>
          <p:nvPr>
            <p:ph idx="1"/>
          </p:nvPr>
        </p:nvSpPr>
        <p:spPr>
          <a:xfrm>
            <a:off x="302154" y="870807"/>
            <a:ext cx="8503920" cy="3817446"/>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bg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1000">
                <a:solidFill>
                  <a:schemeClr val="bg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tabLst>
                <a:tab pos="396875" algn="l"/>
              </a:tabLst>
              <a:defRPr sz="900">
                <a:solidFill>
                  <a:schemeClr val="bg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800">
                <a:solidFill>
                  <a:schemeClr val="bg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700">
                <a:solidFill>
                  <a:schemeClr val="bg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89414973"/>
      </p:ext>
    </p:extLst>
  </p:cSld>
  <p:clrMapOvr>
    <a:masterClrMapping/>
  </p:clrMapOvr>
  <p:extLst>
    <p:ext uri="{DCECCB84-F9BA-43D5-87BE-67443E8EF086}">
      <p15:sldGuideLst xmlns:p15="http://schemas.microsoft.com/office/powerpoint/2012/main">
        <p15:guide id="2" pos="5644">
          <p15:clr>
            <a:srgbClr val="E46962"/>
          </p15:clr>
        </p15:guide>
        <p15:guide id="3" orient="horz" pos="468" userDrawn="1">
          <p15:clr>
            <a:srgbClr val="E46962"/>
          </p15:clr>
        </p15:guide>
        <p15:guide id="4" orient="horz" pos="2988">
          <p15:clr>
            <a:srgbClr val="FBAE40"/>
          </p15:clr>
        </p15:guide>
        <p15:guide id="6" pos="2928">
          <p15:clr>
            <a:srgbClr val="FBAE40"/>
          </p15:clr>
        </p15:guide>
        <p15:guide id="7" pos="3744" userDrawn="1">
          <p15:clr>
            <a:srgbClr val="FBAE40"/>
          </p15:clr>
        </p15:guide>
        <p15:guide id="8" pos="96">
          <p15:clr>
            <a:srgbClr val="FBAE40"/>
          </p15:clr>
        </p15:guide>
        <p15:guide id="9" pos="19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ustom Layout 1" preserve="1" userDrawn="1">
  <p:cSld name="One dark BG w/subtitle">
    <p:bg>
      <p:bgPr>
        <a:solidFill>
          <a:srgbClr val="0A0B2B"/>
        </a:solidFill>
        <a:effectLst/>
      </p:bgPr>
    </p:bg>
    <p:spTree>
      <p:nvGrpSpPr>
        <p:cNvPr id="1" name="Shape 57"/>
        <p:cNvGrpSpPr/>
        <p:nvPr/>
      </p:nvGrpSpPr>
      <p:grpSpPr>
        <a:xfrm>
          <a:off x="0" y="0"/>
          <a:ext cx="0" cy="0"/>
          <a:chOff x="0" y="0"/>
          <a:chExt cx="0" cy="0"/>
        </a:xfrm>
      </p:grpSpPr>
      <p:sp>
        <p:nvSpPr>
          <p:cNvPr id="58" name="Google Shape;58;p15"/>
          <p:cNvSpPr txBox="1">
            <a:spLocks noGrp="1"/>
          </p:cNvSpPr>
          <p:nvPr>
            <p:ph type="title"/>
          </p:nvPr>
        </p:nvSpPr>
        <p:spPr>
          <a:xfrm>
            <a:off x="1087565" y="252986"/>
            <a:ext cx="4875628"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bg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bg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fld id="{00000000-1234-1234-1234-123412341234}" type="slidenum">
              <a:rPr lang="en" smtClean="0"/>
              <a:pPr/>
              <a:t>‹#›</a:t>
            </a:fld>
            <a:endParaRPr lang="en"/>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61" name="Google Shape;61;p15"/>
          <p:cNvSpPr txBox="1">
            <a:spLocks noChangeAspect="1"/>
          </p:cNvSpPr>
          <p:nvPr/>
        </p:nvSpPr>
        <p:spPr>
          <a:xfrm>
            <a:off x="100224" y="4847300"/>
            <a:ext cx="2203283"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dk1"/>
              </a:solidFill>
              <a:latin typeface="Poppins"/>
              <a:ea typeface="Poppins"/>
              <a:cs typeface="Poppins"/>
              <a:sym typeface="Poppins"/>
            </a:endParaRPr>
          </a:p>
        </p:txBody>
      </p:sp>
      <p:sp>
        <p:nvSpPr>
          <p:cNvPr id="17" name="Rectangle: Rounded Corners 16">
            <a:extLst>
              <a:ext uri="{FF2B5EF4-FFF2-40B4-BE49-F238E27FC236}">
                <a16:creationId xmlns:a16="http://schemas.microsoft.com/office/drawing/2014/main" id="{753611D5-BFCD-8FD3-3C18-8578FAB839C4}"/>
              </a:ext>
            </a:extLst>
          </p:cNvPr>
          <p:cNvSpPr/>
          <p:nvPr userDrawn="1"/>
        </p:nvSpPr>
        <p:spPr>
          <a:xfrm>
            <a:off x="176212" y="742950"/>
            <a:ext cx="8783637" cy="4000500"/>
          </a:xfrm>
          <a:prstGeom prst="roundRect">
            <a:avLst>
              <a:gd name="adj" fmla="val 3454"/>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Google Shape;387;p31">
            <a:extLst>
              <a:ext uri="{FF2B5EF4-FFF2-40B4-BE49-F238E27FC236}">
                <a16:creationId xmlns:a16="http://schemas.microsoft.com/office/drawing/2014/main" id="{FE35385D-7ECF-1974-F4B3-B2A0DA0A545E}"/>
              </a:ext>
            </a:extLst>
          </p:cNvPr>
          <p:cNvSpPr/>
          <p:nvPr userDrawn="1"/>
        </p:nvSpPr>
        <p:spPr>
          <a:xfrm flipH="1">
            <a:off x="302154" y="1098168"/>
            <a:ext cx="8503920" cy="7477"/>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a:p>
        </p:txBody>
      </p:sp>
      <p:sp>
        <p:nvSpPr>
          <p:cNvPr id="24" name="Text Placeholder 2">
            <a:extLst>
              <a:ext uri="{FF2B5EF4-FFF2-40B4-BE49-F238E27FC236}">
                <a16:creationId xmlns:a16="http://schemas.microsoft.com/office/drawing/2014/main" id="{C0B47534-CEEA-B0A2-1F01-6874548A6EC5}"/>
              </a:ext>
            </a:extLst>
          </p:cNvPr>
          <p:cNvSpPr>
            <a:spLocks noGrp="1" noChangeAspect="1"/>
          </p:cNvSpPr>
          <p:nvPr userDrawn="1">
            <p:ph type="body" idx="14"/>
          </p:nvPr>
        </p:nvSpPr>
        <p:spPr>
          <a:xfrm>
            <a:off x="212034" y="873385"/>
            <a:ext cx="8573081" cy="216616"/>
          </a:xfrm>
          <a:prstGeom prst="rect">
            <a:avLst/>
          </a:prstGeom>
        </p:spPr>
        <p:txBody>
          <a:bodyPr>
            <a:normAutofit/>
          </a:bodyPr>
          <a:lstStyle>
            <a:lvl1pPr marL="0" indent="0">
              <a:buNone/>
              <a:defRPr sz="1000">
                <a:solidFill>
                  <a:schemeClr val="tx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3" name="Text Placeholder 2">
            <a:extLst>
              <a:ext uri="{FF2B5EF4-FFF2-40B4-BE49-F238E27FC236}">
                <a16:creationId xmlns:a16="http://schemas.microsoft.com/office/drawing/2014/main" id="{0BB575A8-2E5B-FB34-B2E6-69E534935C55}"/>
              </a:ext>
            </a:extLst>
          </p:cNvPr>
          <p:cNvSpPr>
            <a:spLocks noGrp="1"/>
          </p:cNvSpPr>
          <p:nvPr userDrawn="1">
            <p:ph type="body" sz="quarter" idx="15"/>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solidFill>
                  <a:schemeClr val="bg1"/>
                </a:solidFill>
              </a:defRPr>
            </a:lvl1pPr>
          </a:lstStyle>
          <a:p>
            <a:pPr lvl="0"/>
            <a:r>
              <a:rPr lang="en-US" dirty="0"/>
              <a:t>Click to edit Master text styles</a:t>
            </a:r>
          </a:p>
        </p:txBody>
      </p:sp>
      <p:sp>
        <p:nvSpPr>
          <p:cNvPr id="5" name="Content Placeholder 2">
            <a:extLst>
              <a:ext uri="{FF2B5EF4-FFF2-40B4-BE49-F238E27FC236}">
                <a16:creationId xmlns:a16="http://schemas.microsoft.com/office/drawing/2014/main" id="{153E200A-1F4E-5BB1-5D52-59A812975F6A}"/>
              </a:ext>
            </a:extLst>
          </p:cNvPr>
          <p:cNvSpPr>
            <a:spLocks noGrp="1" noChangeAspect="1"/>
          </p:cNvSpPr>
          <p:nvPr userDrawn="1">
            <p:ph idx="1"/>
          </p:nvPr>
        </p:nvSpPr>
        <p:spPr>
          <a:xfrm>
            <a:off x="302154" y="1227912"/>
            <a:ext cx="8503920" cy="3420119"/>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tabLst/>
              <a:defRPr sz="10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9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8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79686448"/>
      </p:ext>
    </p:extLst>
  </p:cSld>
  <p:clrMapOvr>
    <a:masterClrMapping/>
  </p:clrMapOvr>
  <p:extLst>
    <p:ext uri="{DCECCB84-F9BA-43D5-87BE-67443E8EF086}">
      <p15:sldGuideLst xmlns:p15="http://schemas.microsoft.com/office/powerpoint/2012/main">
        <p15:guide id="2" pos="5644">
          <p15:clr>
            <a:srgbClr val="E46962"/>
          </p15:clr>
        </p15:guide>
        <p15:guide id="3" orient="horz" pos="468" userDrawn="1">
          <p15:clr>
            <a:srgbClr val="E46962"/>
          </p15:clr>
        </p15:guide>
        <p15:guide id="4" orient="horz" pos="2988" userDrawn="1">
          <p15:clr>
            <a:srgbClr val="FBAE40"/>
          </p15:clr>
        </p15:guide>
        <p15:guide id="6" pos="2928">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1" preserve="1" userDrawn="1">
  <p:cSld name="One dark BG">
    <p:bg>
      <p:bgPr>
        <a:solidFill>
          <a:srgbClr val="0A0B2B"/>
        </a:solidFill>
        <a:effectLst/>
      </p:bgPr>
    </p:bg>
    <p:spTree>
      <p:nvGrpSpPr>
        <p:cNvPr id="1" name="Shape 57"/>
        <p:cNvGrpSpPr/>
        <p:nvPr/>
      </p:nvGrpSpPr>
      <p:grpSpPr>
        <a:xfrm>
          <a:off x="0" y="0"/>
          <a:ext cx="0" cy="0"/>
          <a:chOff x="0" y="0"/>
          <a:chExt cx="0" cy="0"/>
        </a:xfrm>
      </p:grpSpPr>
      <p:sp>
        <p:nvSpPr>
          <p:cNvPr id="58" name="Google Shape;58;p15"/>
          <p:cNvSpPr txBox="1">
            <a:spLocks noGrp="1"/>
          </p:cNvSpPr>
          <p:nvPr>
            <p:ph type="title"/>
          </p:nvPr>
        </p:nvSpPr>
        <p:spPr>
          <a:xfrm>
            <a:off x="1081215" y="252986"/>
            <a:ext cx="4873088"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bg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bg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fld id="{00000000-1234-1234-1234-123412341234}" type="slidenum">
              <a:rPr lang="en" smtClean="0"/>
              <a:pPr/>
              <a:t>‹#›</a:t>
            </a:fld>
            <a:endParaRPr lang="en"/>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61" name="Google Shape;61;p15"/>
          <p:cNvSpPr txBox="1">
            <a:spLocks noChangeAspect="1"/>
          </p:cNvSpPr>
          <p:nvPr/>
        </p:nvSpPr>
        <p:spPr>
          <a:xfrm>
            <a:off x="100224" y="4847300"/>
            <a:ext cx="2203283"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dk1"/>
              </a:solidFill>
              <a:latin typeface="Poppins"/>
              <a:ea typeface="Poppins"/>
              <a:cs typeface="Poppins"/>
              <a:sym typeface="Poppins"/>
            </a:endParaRPr>
          </a:p>
        </p:txBody>
      </p:sp>
      <p:sp>
        <p:nvSpPr>
          <p:cNvPr id="17" name="Rectangle: Rounded Corners 16">
            <a:extLst>
              <a:ext uri="{FF2B5EF4-FFF2-40B4-BE49-F238E27FC236}">
                <a16:creationId xmlns:a16="http://schemas.microsoft.com/office/drawing/2014/main" id="{753611D5-BFCD-8FD3-3C18-8578FAB839C4}"/>
              </a:ext>
            </a:extLst>
          </p:cNvPr>
          <p:cNvSpPr/>
          <p:nvPr userDrawn="1"/>
        </p:nvSpPr>
        <p:spPr>
          <a:xfrm>
            <a:off x="176212" y="742950"/>
            <a:ext cx="8783637" cy="4000500"/>
          </a:xfrm>
          <a:prstGeom prst="roundRect">
            <a:avLst>
              <a:gd name="adj" fmla="val 3454"/>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 Placeholder 2">
            <a:extLst>
              <a:ext uri="{FF2B5EF4-FFF2-40B4-BE49-F238E27FC236}">
                <a16:creationId xmlns:a16="http://schemas.microsoft.com/office/drawing/2014/main" id="{A3906882-30A6-9701-FEA8-AC118A631676}"/>
              </a:ext>
            </a:extLst>
          </p:cNvPr>
          <p:cNvSpPr>
            <a:spLocks noGrp="1"/>
          </p:cNvSpPr>
          <p:nvPr>
            <p:ph type="body" sz="quarter" idx="15"/>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solidFill>
                  <a:schemeClr val="bg1"/>
                </a:solidFill>
              </a:defRPr>
            </a:lvl1pPr>
          </a:lstStyle>
          <a:p>
            <a:pPr lvl="0"/>
            <a:r>
              <a:rPr lang="en-US" dirty="0"/>
              <a:t>Click to edit Master text styles</a:t>
            </a:r>
          </a:p>
        </p:txBody>
      </p:sp>
      <p:sp>
        <p:nvSpPr>
          <p:cNvPr id="3" name="Content Placeholder 2">
            <a:extLst>
              <a:ext uri="{FF2B5EF4-FFF2-40B4-BE49-F238E27FC236}">
                <a16:creationId xmlns:a16="http://schemas.microsoft.com/office/drawing/2014/main" id="{590444B5-B2AF-24A3-9029-18E2896DC364}"/>
              </a:ext>
            </a:extLst>
          </p:cNvPr>
          <p:cNvSpPr>
            <a:spLocks noGrp="1" noChangeAspect="1"/>
          </p:cNvSpPr>
          <p:nvPr>
            <p:ph idx="1"/>
          </p:nvPr>
        </p:nvSpPr>
        <p:spPr>
          <a:xfrm>
            <a:off x="302154" y="870808"/>
            <a:ext cx="8503920" cy="3817446"/>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10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tabLst>
                <a:tab pos="396875" algn="l"/>
              </a:tabLst>
              <a:defRPr sz="9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8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67804959"/>
      </p:ext>
    </p:extLst>
  </p:cSld>
  <p:clrMapOvr>
    <a:masterClrMapping/>
  </p:clrMapOvr>
  <p:extLst>
    <p:ext uri="{DCECCB84-F9BA-43D5-87BE-67443E8EF086}">
      <p15:sldGuideLst xmlns:p15="http://schemas.microsoft.com/office/powerpoint/2012/main">
        <p15:guide id="2" pos="5644">
          <p15:clr>
            <a:srgbClr val="E46962"/>
          </p15:clr>
        </p15:guide>
        <p15:guide id="3" orient="horz" pos="468" userDrawn="1">
          <p15:clr>
            <a:srgbClr val="E46962"/>
          </p15:clr>
        </p15:guide>
        <p15:guide id="4" orient="horz" pos="2988">
          <p15:clr>
            <a:srgbClr val="FBAE40"/>
          </p15:clr>
        </p15:guide>
        <p15:guide id="6" pos="2928">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ustom Layout 1" preserve="1" userDrawn="1">
  <p:cSld name="Two boxes w/subtitle">
    <p:bg>
      <p:bgPr>
        <a:solidFill>
          <a:srgbClr val="FCF8FF">
            <a:alpha val="80000"/>
          </a:srgbClr>
        </a:solidFill>
        <a:effectLst/>
      </p:bgPr>
    </p:bg>
    <p:spTree>
      <p:nvGrpSpPr>
        <p:cNvPr id="1" name="Shape 57"/>
        <p:cNvGrpSpPr/>
        <p:nvPr/>
      </p:nvGrpSpPr>
      <p:grpSpPr>
        <a:xfrm>
          <a:off x="0" y="0"/>
          <a:ext cx="0" cy="0"/>
          <a:chOff x="0" y="0"/>
          <a:chExt cx="0" cy="0"/>
        </a:xfrm>
      </p:grpSpPr>
      <p:sp>
        <p:nvSpPr>
          <p:cNvPr id="58" name="Google Shape;58;p15"/>
          <p:cNvSpPr txBox="1">
            <a:spLocks noGrp="1"/>
          </p:cNvSpPr>
          <p:nvPr>
            <p:ph type="title"/>
          </p:nvPr>
        </p:nvSpPr>
        <p:spPr>
          <a:xfrm>
            <a:off x="1073150" y="252986"/>
            <a:ext cx="4866738"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tx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dk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61" name="Google Shape;61;p15"/>
          <p:cNvSpPr txBox="1"/>
          <p:nvPr/>
        </p:nvSpPr>
        <p:spPr>
          <a:xfrm>
            <a:off x="100225" y="4847300"/>
            <a:ext cx="1079700"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dk1"/>
              </a:solidFill>
              <a:latin typeface="Poppins"/>
              <a:ea typeface="Poppins"/>
              <a:cs typeface="Poppins"/>
              <a:sym typeface="Poppins"/>
            </a:endParaRPr>
          </a:p>
        </p:txBody>
      </p:sp>
      <p:sp>
        <p:nvSpPr>
          <p:cNvPr id="17" name="Rectangle: Rounded Corners 16">
            <a:extLst>
              <a:ext uri="{FF2B5EF4-FFF2-40B4-BE49-F238E27FC236}">
                <a16:creationId xmlns:a16="http://schemas.microsoft.com/office/drawing/2014/main" id="{753611D5-BFCD-8FD3-3C18-8578FAB839C4}"/>
              </a:ext>
            </a:extLst>
          </p:cNvPr>
          <p:cNvSpPr/>
          <p:nvPr userDrawn="1"/>
        </p:nvSpPr>
        <p:spPr>
          <a:xfrm>
            <a:off x="183835" y="750564"/>
            <a:ext cx="4304346" cy="3997675"/>
          </a:xfrm>
          <a:prstGeom prst="roundRect">
            <a:avLst>
              <a:gd name="adj" fmla="val 3454"/>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Google Shape;387;p31">
            <a:extLst>
              <a:ext uri="{FF2B5EF4-FFF2-40B4-BE49-F238E27FC236}">
                <a16:creationId xmlns:a16="http://schemas.microsoft.com/office/drawing/2014/main" id="{FE35385D-7ECF-1974-F4B3-B2A0DA0A545E}"/>
              </a:ext>
            </a:extLst>
          </p:cNvPr>
          <p:cNvSpPr/>
          <p:nvPr userDrawn="1"/>
        </p:nvSpPr>
        <p:spPr>
          <a:xfrm flipH="1">
            <a:off x="318453" y="1098485"/>
            <a:ext cx="3977640" cy="7477"/>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dirty="0"/>
          </a:p>
        </p:txBody>
      </p:sp>
      <p:sp>
        <p:nvSpPr>
          <p:cNvPr id="20" name="Rectangle: Rounded Corners 19">
            <a:extLst>
              <a:ext uri="{FF2B5EF4-FFF2-40B4-BE49-F238E27FC236}">
                <a16:creationId xmlns:a16="http://schemas.microsoft.com/office/drawing/2014/main" id="{28730EA9-8946-D9E3-7B70-C20C67B06213}"/>
              </a:ext>
            </a:extLst>
          </p:cNvPr>
          <p:cNvSpPr/>
          <p:nvPr userDrawn="1"/>
        </p:nvSpPr>
        <p:spPr>
          <a:xfrm>
            <a:off x="4663442" y="749300"/>
            <a:ext cx="4296723" cy="3994150"/>
          </a:xfrm>
          <a:prstGeom prst="roundRect">
            <a:avLst>
              <a:gd name="adj" fmla="val 3454"/>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Google Shape;387;p31">
            <a:extLst>
              <a:ext uri="{FF2B5EF4-FFF2-40B4-BE49-F238E27FC236}">
                <a16:creationId xmlns:a16="http://schemas.microsoft.com/office/drawing/2014/main" id="{D5E18D94-A083-16B9-5300-58A65E931F30}"/>
              </a:ext>
            </a:extLst>
          </p:cNvPr>
          <p:cNvSpPr/>
          <p:nvPr userDrawn="1"/>
        </p:nvSpPr>
        <p:spPr>
          <a:xfrm flipH="1">
            <a:off x="4806633" y="1092131"/>
            <a:ext cx="3977640" cy="7477"/>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dirty="0"/>
          </a:p>
        </p:txBody>
      </p:sp>
      <p:sp>
        <p:nvSpPr>
          <p:cNvPr id="22" name="Content Placeholder 2">
            <a:extLst>
              <a:ext uri="{FF2B5EF4-FFF2-40B4-BE49-F238E27FC236}">
                <a16:creationId xmlns:a16="http://schemas.microsoft.com/office/drawing/2014/main" id="{1ACCFDBE-F468-7F49-B74A-C4F9AB99F2E0}"/>
              </a:ext>
            </a:extLst>
          </p:cNvPr>
          <p:cNvSpPr>
            <a:spLocks noGrp="1"/>
          </p:cNvSpPr>
          <p:nvPr userDrawn="1">
            <p:ph idx="1"/>
          </p:nvPr>
        </p:nvSpPr>
        <p:spPr>
          <a:xfrm>
            <a:off x="318453" y="1265981"/>
            <a:ext cx="3977640" cy="3448495"/>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10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9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8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ext Placeholder 2">
            <a:extLst>
              <a:ext uri="{FF2B5EF4-FFF2-40B4-BE49-F238E27FC236}">
                <a16:creationId xmlns:a16="http://schemas.microsoft.com/office/drawing/2014/main" id="{C0B47534-CEEA-B0A2-1F01-6874548A6EC5}"/>
              </a:ext>
            </a:extLst>
          </p:cNvPr>
          <p:cNvSpPr>
            <a:spLocks noGrp="1"/>
          </p:cNvSpPr>
          <p:nvPr userDrawn="1">
            <p:ph type="body" idx="14"/>
          </p:nvPr>
        </p:nvSpPr>
        <p:spPr>
          <a:xfrm>
            <a:off x="212035" y="879295"/>
            <a:ext cx="4084057" cy="216616"/>
          </a:xfrm>
          <a:prstGeom prst="rect">
            <a:avLst/>
          </a:prstGeom>
        </p:spPr>
        <p:txBody>
          <a:bodyPr>
            <a:normAutofit/>
          </a:bodyPr>
          <a:lstStyle>
            <a:lvl1pPr marL="0" indent="0">
              <a:buNone/>
              <a:defRPr sz="1000">
                <a:solidFill>
                  <a:schemeClr val="tx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25" name="Text Placeholder 2">
            <a:extLst>
              <a:ext uri="{FF2B5EF4-FFF2-40B4-BE49-F238E27FC236}">
                <a16:creationId xmlns:a16="http://schemas.microsoft.com/office/drawing/2014/main" id="{4D16E64F-AEC3-3E2B-733F-F4B9D1EC4649}"/>
              </a:ext>
            </a:extLst>
          </p:cNvPr>
          <p:cNvSpPr>
            <a:spLocks noGrp="1"/>
          </p:cNvSpPr>
          <p:nvPr userDrawn="1">
            <p:ph type="body" idx="15"/>
          </p:nvPr>
        </p:nvSpPr>
        <p:spPr>
          <a:xfrm>
            <a:off x="4729437" y="875515"/>
            <a:ext cx="4084057" cy="216616"/>
          </a:xfrm>
          <a:prstGeom prst="rect">
            <a:avLst/>
          </a:prstGeom>
        </p:spPr>
        <p:txBody>
          <a:bodyPr>
            <a:normAutofit/>
          </a:bodyPr>
          <a:lstStyle>
            <a:lvl1pPr marL="0" indent="0">
              <a:buNone/>
              <a:defRPr sz="1000">
                <a:solidFill>
                  <a:schemeClr val="tx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3" name="Content Placeholder 2">
            <a:extLst>
              <a:ext uri="{FF2B5EF4-FFF2-40B4-BE49-F238E27FC236}">
                <a16:creationId xmlns:a16="http://schemas.microsoft.com/office/drawing/2014/main" id="{09D0E2A0-ED58-A017-89D1-F72C92F6487E}"/>
              </a:ext>
            </a:extLst>
          </p:cNvPr>
          <p:cNvSpPr>
            <a:spLocks noGrp="1"/>
          </p:cNvSpPr>
          <p:nvPr userDrawn="1">
            <p:ph idx="16"/>
          </p:nvPr>
        </p:nvSpPr>
        <p:spPr>
          <a:xfrm>
            <a:off x="4800600" y="1259632"/>
            <a:ext cx="3977640" cy="3402321"/>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10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9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tabLst>
                <a:tab pos="569913" algn="l"/>
              </a:tabLst>
              <a:defRPr sz="8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 Placeholder 2">
            <a:extLst>
              <a:ext uri="{FF2B5EF4-FFF2-40B4-BE49-F238E27FC236}">
                <a16:creationId xmlns:a16="http://schemas.microsoft.com/office/drawing/2014/main" id="{169A1E6B-BF7D-3C44-73BE-45BD4D7AAEF0}"/>
              </a:ext>
            </a:extLst>
          </p:cNvPr>
          <p:cNvSpPr>
            <a:spLocks noGrp="1"/>
          </p:cNvSpPr>
          <p:nvPr userDrawn="1">
            <p:ph type="body" sz="quarter" idx="17"/>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lvl1pPr>
          </a:lstStyle>
          <a:p>
            <a:pPr lvl="0"/>
            <a:r>
              <a:rPr lang="en-US" dirty="0"/>
              <a:t>Click to edit Master text styles</a:t>
            </a:r>
          </a:p>
        </p:txBody>
      </p:sp>
    </p:spTree>
    <p:extLst>
      <p:ext uri="{BB962C8B-B14F-4D97-AF65-F5344CB8AC3E}">
        <p14:creationId xmlns:p14="http://schemas.microsoft.com/office/powerpoint/2010/main" val="343750213"/>
      </p:ext>
    </p:extLst>
  </p:cSld>
  <p:clrMapOvr>
    <a:masterClrMapping/>
  </p:clrMapOvr>
  <p:extLst>
    <p:ext uri="{DCECCB84-F9BA-43D5-87BE-67443E8EF086}">
      <p15:sldGuideLst xmlns:p15="http://schemas.microsoft.com/office/powerpoint/2012/main">
        <p15:guide id="2" pos="5644">
          <p15:clr>
            <a:srgbClr val="E46962"/>
          </p15:clr>
        </p15:guide>
        <p15:guide id="3" orient="horz" pos="468" userDrawn="1">
          <p15:clr>
            <a:srgbClr val="E46962"/>
          </p15:clr>
        </p15:guide>
        <p15:guide id="4" orient="horz" pos="2988">
          <p15:clr>
            <a:srgbClr val="FBAE40"/>
          </p15:clr>
        </p15:guide>
        <p15:guide id="6" pos="2928">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ustom Layout 1" preserve="1" userDrawn="1">
  <p:cSld name="Two boxes">
    <p:bg>
      <p:bgPr>
        <a:solidFill>
          <a:srgbClr val="FCF8FF">
            <a:alpha val="80000"/>
          </a:srgbClr>
        </a:solidFill>
        <a:effectLst/>
      </p:bgPr>
    </p:bg>
    <p:spTree>
      <p:nvGrpSpPr>
        <p:cNvPr id="1" name="Shape 57"/>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28730EA9-8946-D9E3-7B70-C20C67B06213}"/>
              </a:ext>
            </a:extLst>
          </p:cNvPr>
          <p:cNvSpPr/>
          <p:nvPr userDrawn="1"/>
        </p:nvSpPr>
        <p:spPr>
          <a:xfrm>
            <a:off x="4663442" y="742950"/>
            <a:ext cx="4296723" cy="4002288"/>
          </a:xfrm>
          <a:prstGeom prst="roundRect">
            <a:avLst>
              <a:gd name="adj" fmla="val 3454"/>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Rounded Corners 16">
            <a:extLst>
              <a:ext uri="{FF2B5EF4-FFF2-40B4-BE49-F238E27FC236}">
                <a16:creationId xmlns:a16="http://schemas.microsoft.com/office/drawing/2014/main" id="{753611D5-BFCD-8FD3-3C18-8578FAB839C4}"/>
              </a:ext>
            </a:extLst>
          </p:cNvPr>
          <p:cNvSpPr/>
          <p:nvPr userDrawn="1"/>
        </p:nvSpPr>
        <p:spPr>
          <a:xfrm>
            <a:off x="176213" y="742950"/>
            <a:ext cx="4304346" cy="4002288"/>
          </a:xfrm>
          <a:prstGeom prst="roundRect">
            <a:avLst>
              <a:gd name="adj" fmla="val 3454"/>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Content Placeholder 2">
            <a:extLst>
              <a:ext uri="{FF2B5EF4-FFF2-40B4-BE49-F238E27FC236}">
                <a16:creationId xmlns:a16="http://schemas.microsoft.com/office/drawing/2014/main" id="{280016E4-3696-8FDB-6865-0CBA0D0D0BAA}"/>
              </a:ext>
            </a:extLst>
          </p:cNvPr>
          <p:cNvSpPr>
            <a:spLocks noGrp="1"/>
          </p:cNvSpPr>
          <p:nvPr>
            <p:ph idx="17"/>
          </p:nvPr>
        </p:nvSpPr>
        <p:spPr>
          <a:xfrm>
            <a:off x="318453" y="849859"/>
            <a:ext cx="3977640" cy="3852194"/>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10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9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8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22706AF8-14E1-2895-B2C4-779649CDF769}"/>
              </a:ext>
            </a:extLst>
          </p:cNvPr>
          <p:cNvSpPr>
            <a:spLocks noGrp="1"/>
          </p:cNvSpPr>
          <p:nvPr>
            <p:ph idx="18"/>
          </p:nvPr>
        </p:nvSpPr>
        <p:spPr>
          <a:xfrm>
            <a:off x="4835854" y="849859"/>
            <a:ext cx="3977640" cy="3852194"/>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10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9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tabLst>
                <a:tab pos="569913" algn="l"/>
              </a:tabLst>
              <a:defRPr sz="8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8" name="Google Shape;58;p15"/>
          <p:cNvSpPr txBox="1">
            <a:spLocks noGrp="1"/>
          </p:cNvSpPr>
          <p:nvPr>
            <p:ph type="title"/>
          </p:nvPr>
        </p:nvSpPr>
        <p:spPr>
          <a:xfrm>
            <a:off x="1076863" y="253694"/>
            <a:ext cx="4866738"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tx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dk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61" name="Google Shape;61;p15"/>
          <p:cNvSpPr txBox="1"/>
          <p:nvPr/>
        </p:nvSpPr>
        <p:spPr>
          <a:xfrm>
            <a:off x="100225" y="4847300"/>
            <a:ext cx="1079700"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dk1"/>
              </a:solidFill>
              <a:latin typeface="Poppins"/>
              <a:ea typeface="Poppins"/>
              <a:cs typeface="Poppins"/>
              <a:sym typeface="Poppins"/>
            </a:endParaRPr>
          </a:p>
        </p:txBody>
      </p:sp>
      <p:sp>
        <p:nvSpPr>
          <p:cNvPr id="2" name="Text Placeholder 2">
            <a:extLst>
              <a:ext uri="{FF2B5EF4-FFF2-40B4-BE49-F238E27FC236}">
                <a16:creationId xmlns:a16="http://schemas.microsoft.com/office/drawing/2014/main" id="{3228AA01-B7EF-DF8C-BA95-892D1C03E055}"/>
              </a:ext>
            </a:extLst>
          </p:cNvPr>
          <p:cNvSpPr>
            <a:spLocks noGrp="1"/>
          </p:cNvSpPr>
          <p:nvPr>
            <p:ph type="body" sz="quarter" idx="15"/>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lvl1pPr>
          </a:lstStyle>
          <a:p>
            <a:pPr lvl="0"/>
            <a:r>
              <a:rPr lang="en-US" dirty="0"/>
              <a:t>Click to edit Master text styles</a:t>
            </a:r>
          </a:p>
        </p:txBody>
      </p:sp>
    </p:spTree>
    <p:extLst>
      <p:ext uri="{BB962C8B-B14F-4D97-AF65-F5344CB8AC3E}">
        <p14:creationId xmlns:p14="http://schemas.microsoft.com/office/powerpoint/2010/main" val="119987436"/>
      </p:ext>
    </p:extLst>
  </p:cSld>
  <p:clrMapOvr>
    <a:masterClrMapping/>
  </p:clrMapOvr>
  <p:extLst>
    <p:ext uri="{DCECCB84-F9BA-43D5-87BE-67443E8EF086}">
      <p15:sldGuideLst xmlns:p15="http://schemas.microsoft.com/office/powerpoint/2012/main">
        <p15:guide id="2" pos="5644">
          <p15:clr>
            <a:srgbClr val="E46962"/>
          </p15:clr>
        </p15:guide>
        <p15:guide id="3" orient="horz" pos="468" userDrawn="1">
          <p15:clr>
            <a:srgbClr val="E46962"/>
          </p15:clr>
        </p15:guide>
        <p15:guide id="4" orient="horz" pos="2988">
          <p15:clr>
            <a:srgbClr val="FBAE40"/>
          </p15:clr>
        </p15:guide>
        <p15:guide id="6" pos="2928">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ustom Layout 1" preserve="1" userDrawn="1">
  <p:cSld name="Two dark w/subtitle">
    <p:bg>
      <p:bgPr>
        <a:solidFill>
          <a:srgbClr val="FCF8FF">
            <a:alpha val="80000"/>
          </a:srgbClr>
        </a:solidFill>
        <a:effectLst/>
      </p:bgPr>
    </p:bg>
    <p:spTree>
      <p:nvGrpSpPr>
        <p:cNvPr id="1" name="Shape 57"/>
        <p:cNvGrpSpPr/>
        <p:nvPr/>
      </p:nvGrpSpPr>
      <p:grpSpPr>
        <a:xfrm>
          <a:off x="0" y="0"/>
          <a:ext cx="0" cy="0"/>
          <a:chOff x="0" y="0"/>
          <a:chExt cx="0" cy="0"/>
        </a:xfrm>
      </p:grpSpPr>
      <p:sp>
        <p:nvSpPr>
          <p:cNvPr id="58" name="Google Shape;58;p15"/>
          <p:cNvSpPr txBox="1">
            <a:spLocks noGrp="1"/>
          </p:cNvSpPr>
          <p:nvPr>
            <p:ph type="title"/>
          </p:nvPr>
        </p:nvSpPr>
        <p:spPr>
          <a:xfrm>
            <a:off x="1073150" y="252986"/>
            <a:ext cx="4860388"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tx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dk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61" name="Google Shape;61;p15"/>
          <p:cNvSpPr txBox="1"/>
          <p:nvPr/>
        </p:nvSpPr>
        <p:spPr>
          <a:xfrm>
            <a:off x="100225" y="4847300"/>
            <a:ext cx="1079700"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dk1"/>
              </a:solidFill>
              <a:latin typeface="Poppins"/>
              <a:ea typeface="Poppins"/>
              <a:cs typeface="Poppins"/>
              <a:sym typeface="Poppins"/>
            </a:endParaRPr>
          </a:p>
        </p:txBody>
      </p:sp>
      <p:sp>
        <p:nvSpPr>
          <p:cNvPr id="17" name="Rectangle: Rounded Corners 16">
            <a:extLst>
              <a:ext uri="{FF2B5EF4-FFF2-40B4-BE49-F238E27FC236}">
                <a16:creationId xmlns:a16="http://schemas.microsoft.com/office/drawing/2014/main" id="{753611D5-BFCD-8FD3-3C18-8578FAB839C4}"/>
              </a:ext>
            </a:extLst>
          </p:cNvPr>
          <p:cNvSpPr/>
          <p:nvPr userDrawn="1"/>
        </p:nvSpPr>
        <p:spPr>
          <a:xfrm>
            <a:off x="176213" y="749300"/>
            <a:ext cx="4304346" cy="3994150"/>
          </a:xfrm>
          <a:prstGeom prst="roundRect">
            <a:avLst>
              <a:gd name="adj" fmla="val 3454"/>
            </a:avLst>
          </a:prstGeom>
          <a:solidFill>
            <a:srgbClr val="0A0B2B"/>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Google Shape;387;p31">
            <a:extLst>
              <a:ext uri="{FF2B5EF4-FFF2-40B4-BE49-F238E27FC236}">
                <a16:creationId xmlns:a16="http://schemas.microsoft.com/office/drawing/2014/main" id="{FE35385D-7ECF-1974-F4B3-B2A0DA0A545E}"/>
              </a:ext>
            </a:extLst>
          </p:cNvPr>
          <p:cNvSpPr/>
          <p:nvPr userDrawn="1"/>
        </p:nvSpPr>
        <p:spPr>
          <a:xfrm flipH="1">
            <a:off x="318453" y="1134998"/>
            <a:ext cx="3977640" cy="7477"/>
          </a:xfrm>
          <a:prstGeom prst="rect">
            <a:avLst/>
          </a:prstGeom>
          <a:solidFill>
            <a:srgbClr val="0A0B2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a:p>
        </p:txBody>
      </p:sp>
      <p:sp>
        <p:nvSpPr>
          <p:cNvPr id="20" name="Rectangle: Rounded Corners 19">
            <a:extLst>
              <a:ext uri="{FF2B5EF4-FFF2-40B4-BE49-F238E27FC236}">
                <a16:creationId xmlns:a16="http://schemas.microsoft.com/office/drawing/2014/main" id="{28730EA9-8946-D9E3-7B70-C20C67B06213}"/>
              </a:ext>
            </a:extLst>
          </p:cNvPr>
          <p:cNvSpPr/>
          <p:nvPr userDrawn="1"/>
        </p:nvSpPr>
        <p:spPr>
          <a:xfrm>
            <a:off x="4663442" y="749300"/>
            <a:ext cx="4296723" cy="3994150"/>
          </a:xfrm>
          <a:prstGeom prst="roundRect">
            <a:avLst>
              <a:gd name="adj" fmla="val 3454"/>
            </a:avLst>
          </a:prstGeom>
          <a:solidFill>
            <a:srgbClr val="0A0B2B"/>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Google Shape;387;p31">
            <a:extLst>
              <a:ext uri="{FF2B5EF4-FFF2-40B4-BE49-F238E27FC236}">
                <a16:creationId xmlns:a16="http://schemas.microsoft.com/office/drawing/2014/main" id="{D5E18D94-A083-16B9-5300-58A65E931F30}"/>
              </a:ext>
            </a:extLst>
          </p:cNvPr>
          <p:cNvSpPr/>
          <p:nvPr userDrawn="1"/>
        </p:nvSpPr>
        <p:spPr>
          <a:xfrm flipH="1">
            <a:off x="4806633" y="1134998"/>
            <a:ext cx="3977640" cy="7477"/>
          </a:xfrm>
          <a:prstGeom prst="rect">
            <a:avLst/>
          </a:prstGeom>
          <a:solidFill>
            <a:srgbClr val="0A0B2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dirty="0"/>
          </a:p>
        </p:txBody>
      </p:sp>
      <p:sp>
        <p:nvSpPr>
          <p:cNvPr id="24" name="Text Placeholder 2">
            <a:extLst>
              <a:ext uri="{FF2B5EF4-FFF2-40B4-BE49-F238E27FC236}">
                <a16:creationId xmlns:a16="http://schemas.microsoft.com/office/drawing/2014/main" id="{C0B47534-CEEA-B0A2-1F01-6874548A6EC5}"/>
              </a:ext>
            </a:extLst>
          </p:cNvPr>
          <p:cNvSpPr>
            <a:spLocks noGrp="1"/>
          </p:cNvSpPr>
          <p:nvPr userDrawn="1">
            <p:ph type="body" idx="14"/>
          </p:nvPr>
        </p:nvSpPr>
        <p:spPr>
          <a:xfrm>
            <a:off x="212036" y="873001"/>
            <a:ext cx="4084057" cy="216616"/>
          </a:xfrm>
          <a:prstGeom prst="rect">
            <a:avLst/>
          </a:prstGeom>
        </p:spPr>
        <p:txBody>
          <a:bodyPr>
            <a:normAutofit/>
          </a:bodyPr>
          <a:lstStyle>
            <a:lvl1pPr marL="0" indent="0">
              <a:buNone/>
              <a:defRPr sz="1000">
                <a:solidFill>
                  <a:schemeClr val="bg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25" name="Text Placeholder 2">
            <a:extLst>
              <a:ext uri="{FF2B5EF4-FFF2-40B4-BE49-F238E27FC236}">
                <a16:creationId xmlns:a16="http://schemas.microsoft.com/office/drawing/2014/main" id="{4D16E64F-AEC3-3E2B-733F-F4B9D1EC4649}"/>
              </a:ext>
            </a:extLst>
          </p:cNvPr>
          <p:cNvSpPr>
            <a:spLocks noGrp="1"/>
          </p:cNvSpPr>
          <p:nvPr userDrawn="1">
            <p:ph type="body" idx="15"/>
          </p:nvPr>
        </p:nvSpPr>
        <p:spPr>
          <a:xfrm>
            <a:off x="4700216" y="873597"/>
            <a:ext cx="4084057" cy="216616"/>
          </a:xfrm>
          <a:prstGeom prst="rect">
            <a:avLst/>
          </a:prstGeom>
        </p:spPr>
        <p:txBody>
          <a:bodyPr>
            <a:normAutofit/>
          </a:bodyPr>
          <a:lstStyle>
            <a:lvl1pPr marL="0" indent="0">
              <a:buNone/>
              <a:defRPr sz="1000">
                <a:solidFill>
                  <a:schemeClr val="bg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2" name="Text Placeholder 2">
            <a:extLst>
              <a:ext uri="{FF2B5EF4-FFF2-40B4-BE49-F238E27FC236}">
                <a16:creationId xmlns:a16="http://schemas.microsoft.com/office/drawing/2014/main" id="{2D417F77-B8E7-483A-7473-7FD433E5E65D}"/>
              </a:ext>
            </a:extLst>
          </p:cNvPr>
          <p:cNvSpPr>
            <a:spLocks noGrp="1"/>
          </p:cNvSpPr>
          <p:nvPr userDrawn="1">
            <p:ph type="body" sz="quarter" idx="17"/>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lvl1pPr>
          </a:lstStyle>
          <a:p>
            <a:pPr lvl="0"/>
            <a:r>
              <a:rPr lang="en-US" dirty="0"/>
              <a:t>Click to edit Master text styles</a:t>
            </a:r>
          </a:p>
        </p:txBody>
      </p:sp>
      <p:sp>
        <p:nvSpPr>
          <p:cNvPr id="7" name="Content Placeholder 2">
            <a:extLst>
              <a:ext uri="{FF2B5EF4-FFF2-40B4-BE49-F238E27FC236}">
                <a16:creationId xmlns:a16="http://schemas.microsoft.com/office/drawing/2014/main" id="{57085A44-CF20-DF73-DBDA-0D9869D700B9}"/>
              </a:ext>
            </a:extLst>
          </p:cNvPr>
          <p:cNvSpPr>
            <a:spLocks noGrp="1"/>
          </p:cNvSpPr>
          <p:nvPr userDrawn="1">
            <p:ph idx="1"/>
          </p:nvPr>
        </p:nvSpPr>
        <p:spPr>
          <a:xfrm>
            <a:off x="318453" y="1502493"/>
            <a:ext cx="3977640" cy="3142650"/>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bg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1000">
                <a:solidFill>
                  <a:schemeClr val="bg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900">
                <a:solidFill>
                  <a:schemeClr val="bg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800">
                <a:solidFill>
                  <a:schemeClr val="bg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700">
                <a:solidFill>
                  <a:schemeClr val="bg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C75154E8-4F19-1BF0-7A1A-7A10F0BABD18}"/>
              </a:ext>
            </a:extLst>
          </p:cNvPr>
          <p:cNvSpPr>
            <a:spLocks noGrp="1"/>
          </p:cNvSpPr>
          <p:nvPr userDrawn="1">
            <p:ph idx="16"/>
          </p:nvPr>
        </p:nvSpPr>
        <p:spPr>
          <a:xfrm>
            <a:off x="4835854" y="1502493"/>
            <a:ext cx="3977640" cy="3142650"/>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bg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1000">
                <a:solidFill>
                  <a:schemeClr val="bg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900">
                <a:solidFill>
                  <a:schemeClr val="bg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tabLst>
                <a:tab pos="569913" algn="l"/>
              </a:tabLst>
              <a:defRPr sz="800">
                <a:solidFill>
                  <a:schemeClr val="bg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700">
                <a:solidFill>
                  <a:schemeClr val="bg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Google Shape;387;p31">
            <a:extLst>
              <a:ext uri="{FF2B5EF4-FFF2-40B4-BE49-F238E27FC236}">
                <a16:creationId xmlns:a16="http://schemas.microsoft.com/office/drawing/2014/main" id="{6AA66ACE-883F-24F5-001A-E61877696BBD}"/>
              </a:ext>
            </a:extLst>
          </p:cNvPr>
          <p:cNvSpPr/>
          <p:nvPr userDrawn="1"/>
        </p:nvSpPr>
        <p:spPr>
          <a:xfrm flipH="1">
            <a:off x="318453" y="1092135"/>
            <a:ext cx="3977640" cy="7477"/>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dirty="0"/>
          </a:p>
        </p:txBody>
      </p:sp>
      <p:sp>
        <p:nvSpPr>
          <p:cNvPr id="4" name="Google Shape;387;p31">
            <a:extLst>
              <a:ext uri="{FF2B5EF4-FFF2-40B4-BE49-F238E27FC236}">
                <a16:creationId xmlns:a16="http://schemas.microsoft.com/office/drawing/2014/main" id="{1EA811B7-1996-6480-197E-FE59888D3F75}"/>
              </a:ext>
            </a:extLst>
          </p:cNvPr>
          <p:cNvSpPr/>
          <p:nvPr userDrawn="1"/>
        </p:nvSpPr>
        <p:spPr>
          <a:xfrm flipH="1">
            <a:off x="4806633" y="1092131"/>
            <a:ext cx="3977640" cy="7477"/>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dirty="0"/>
          </a:p>
        </p:txBody>
      </p:sp>
    </p:spTree>
    <p:extLst>
      <p:ext uri="{BB962C8B-B14F-4D97-AF65-F5344CB8AC3E}">
        <p14:creationId xmlns:p14="http://schemas.microsoft.com/office/powerpoint/2010/main" val="1193454952"/>
      </p:ext>
    </p:extLst>
  </p:cSld>
  <p:clrMapOvr>
    <a:masterClrMapping/>
  </p:clrMapOvr>
  <p:extLst>
    <p:ext uri="{DCECCB84-F9BA-43D5-87BE-67443E8EF086}">
      <p15:sldGuideLst xmlns:p15="http://schemas.microsoft.com/office/powerpoint/2012/main">
        <p15:guide id="2" pos="5644">
          <p15:clr>
            <a:srgbClr val="E46962"/>
          </p15:clr>
        </p15:guide>
        <p15:guide id="3" orient="horz" pos="468" userDrawn="1">
          <p15:clr>
            <a:srgbClr val="E46962"/>
          </p15:clr>
        </p15:guide>
        <p15:guide id="4" orient="horz" pos="2988">
          <p15:clr>
            <a:srgbClr val="FBAE40"/>
          </p15:clr>
        </p15:guide>
        <p15:guide id="6" pos="2928">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ustom Layout 1" preserve="1" userDrawn="1">
  <p:cSld name="Two dark">
    <p:bg>
      <p:bgPr>
        <a:solidFill>
          <a:srgbClr val="FCF8FF">
            <a:alpha val="80000"/>
          </a:srgbClr>
        </a:solidFill>
        <a:effectLst/>
      </p:bgPr>
    </p:bg>
    <p:spTree>
      <p:nvGrpSpPr>
        <p:cNvPr id="1" name="Shape 57"/>
        <p:cNvGrpSpPr/>
        <p:nvPr/>
      </p:nvGrpSpPr>
      <p:grpSpPr>
        <a:xfrm>
          <a:off x="0" y="0"/>
          <a:ext cx="0" cy="0"/>
          <a:chOff x="0" y="0"/>
          <a:chExt cx="0" cy="0"/>
        </a:xfrm>
      </p:grpSpPr>
      <p:sp>
        <p:nvSpPr>
          <p:cNvPr id="58" name="Google Shape;58;p15"/>
          <p:cNvSpPr txBox="1">
            <a:spLocks noGrp="1"/>
          </p:cNvSpPr>
          <p:nvPr>
            <p:ph type="title"/>
          </p:nvPr>
        </p:nvSpPr>
        <p:spPr>
          <a:xfrm>
            <a:off x="1078701" y="252986"/>
            <a:ext cx="4864900"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tx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dk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61" name="Google Shape;61;p15"/>
          <p:cNvSpPr txBox="1"/>
          <p:nvPr/>
        </p:nvSpPr>
        <p:spPr>
          <a:xfrm>
            <a:off x="100225" y="4847300"/>
            <a:ext cx="1079700"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dk1"/>
              </a:solidFill>
              <a:latin typeface="Poppins"/>
              <a:ea typeface="Poppins"/>
              <a:cs typeface="Poppins"/>
              <a:sym typeface="Poppins"/>
            </a:endParaRPr>
          </a:p>
        </p:txBody>
      </p:sp>
      <p:sp>
        <p:nvSpPr>
          <p:cNvPr id="17" name="Rectangle: Rounded Corners 16">
            <a:extLst>
              <a:ext uri="{FF2B5EF4-FFF2-40B4-BE49-F238E27FC236}">
                <a16:creationId xmlns:a16="http://schemas.microsoft.com/office/drawing/2014/main" id="{753611D5-BFCD-8FD3-3C18-8578FAB839C4}"/>
              </a:ext>
            </a:extLst>
          </p:cNvPr>
          <p:cNvSpPr/>
          <p:nvPr userDrawn="1"/>
        </p:nvSpPr>
        <p:spPr>
          <a:xfrm>
            <a:off x="176213" y="742950"/>
            <a:ext cx="4304346" cy="4002288"/>
          </a:xfrm>
          <a:prstGeom prst="roundRect">
            <a:avLst>
              <a:gd name="adj" fmla="val 3454"/>
            </a:avLst>
          </a:prstGeom>
          <a:solidFill>
            <a:srgbClr val="0A0B2B"/>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Rounded Corners 19">
            <a:extLst>
              <a:ext uri="{FF2B5EF4-FFF2-40B4-BE49-F238E27FC236}">
                <a16:creationId xmlns:a16="http://schemas.microsoft.com/office/drawing/2014/main" id="{28730EA9-8946-D9E3-7B70-C20C67B06213}"/>
              </a:ext>
            </a:extLst>
          </p:cNvPr>
          <p:cNvSpPr/>
          <p:nvPr userDrawn="1"/>
        </p:nvSpPr>
        <p:spPr>
          <a:xfrm>
            <a:off x="4663442" y="742950"/>
            <a:ext cx="4296723" cy="4002288"/>
          </a:xfrm>
          <a:prstGeom prst="roundRect">
            <a:avLst>
              <a:gd name="adj" fmla="val 3454"/>
            </a:avLst>
          </a:prstGeom>
          <a:solidFill>
            <a:srgbClr val="0A0B2B"/>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 Placeholder 2">
            <a:extLst>
              <a:ext uri="{FF2B5EF4-FFF2-40B4-BE49-F238E27FC236}">
                <a16:creationId xmlns:a16="http://schemas.microsoft.com/office/drawing/2014/main" id="{254E21D9-F81F-E47C-CA95-B62D62ECDB7D}"/>
              </a:ext>
            </a:extLst>
          </p:cNvPr>
          <p:cNvSpPr>
            <a:spLocks noGrp="1"/>
          </p:cNvSpPr>
          <p:nvPr>
            <p:ph type="body" sz="quarter" idx="15"/>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lvl1pPr>
          </a:lstStyle>
          <a:p>
            <a:pPr lvl="0"/>
            <a:r>
              <a:rPr lang="en-US" dirty="0"/>
              <a:t>Click to edit Master text styles</a:t>
            </a:r>
          </a:p>
        </p:txBody>
      </p:sp>
      <p:sp>
        <p:nvSpPr>
          <p:cNvPr id="6" name="Content Placeholder 2">
            <a:extLst>
              <a:ext uri="{FF2B5EF4-FFF2-40B4-BE49-F238E27FC236}">
                <a16:creationId xmlns:a16="http://schemas.microsoft.com/office/drawing/2014/main" id="{1637B1A4-F354-F09E-D22B-8D3EB04DC15A}"/>
              </a:ext>
            </a:extLst>
          </p:cNvPr>
          <p:cNvSpPr>
            <a:spLocks noGrp="1"/>
          </p:cNvSpPr>
          <p:nvPr>
            <p:ph idx="17"/>
          </p:nvPr>
        </p:nvSpPr>
        <p:spPr>
          <a:xfrm>
            <a:off x="318453" y="904646"/>
            <a:ext cx="3977640" cy="3797407"/>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bg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1000">
                <a:solidFill>
                  <a:schemeClr val="bg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900">
                <a:solidFill>
                  <a:schemeClr val="bg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800">
                <a:solidFill>
                  <a:schemeClr val="bg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700">
                <a:solidFill>
                  <a:schemeClr val="bg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D69A41D6-9C54-9F19-56B9-2C3433DDBD16}"/>
              </a:ext>
            </a:extLst>
          </p:cNvPr>
          <p:cNvSpPr>
            <a:spLocks noGrp="1"/>
          </p:cNvSpPr>
          <p:nvPr>
            <p:ph idx="18"/>
          </p:nvPr>
        </p:nvSpPr>
        <p:spPr>
          <a:xfrm>
            <a:off x="4835854" y="904646"/>
            <a:ext cx="3977640" cy="3797407"/>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bg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1000">
                <a:solidFill>
                  <a:schemeClr val="bg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900">
                <a:solidFill>
                  <a:schemeClr val="bg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tabLst>
                <a:tab pos="569913" algn="l"/>
              </a:tabLst>
              <a:defRPr sz="800">
                <a:solidFill>
                  <a:schemeClr val="bg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700">
                <a:solidFill>
                  <a:schemeClr val="bg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57720389"/>
      </p:ext>
    </p:extLst>
  </p:cSld>
  <p:clrMapOvr>
    <a:masterClrMapping/>
  </p:clrMapOvr>
  <p:extLst>
    <p:ext uri="{DCECCB84-F9BA-43D5-87BE-67443E8EF086}">
      <p15:sldGuideLst xmlns:p15="http://schemas.microsoft.com/office/powerpoint/2012/main">
        <p15:guide id="2" pos="5644">
          <p15:clr>
            <a:srgbClr val="E46962"/>
          </p15:clr>
        </p15:guide>
        <p15:guide id="3" orient="horz" pos="468" userDrawn="1">
          <p15:clr>
            <a:srgbClr val="E46962"/>
          </p15:clr>
        </p15:guide>
        <p15:guide id="4" orient="horz" pos="2988">
          <p15:clr>
            <a:srgbClr val="FBAE40"/>
          </p15:clr>
        </p15:guide>
        <p15:guide id="6" pos="2928">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ustom Layout 1" preserve="1" userDrawn="1">
  <p:cSld name="Two dark BG w/subtitle">
    <p:bg>
      <p:bgPr>
        <a:solidFill>
          <a:srgbClr val="0A0B2B"/>
        </a:solidFill>
        <a:effectLst/>
      </p:bgPr>
    </p:bg>
    <p:spTree>
      <p:nvGrpSpPr>
        <p:cNvPr id="1" name="Shape 57"/>
        <p:cNvGrpSpPr/>
        <p:nvPr/>
      </p:nvGrpSpPr>
      <p:grpSpPr>
        <a:xfrm>
          <a:off x="0" y="0"/>
          <a:ext cx="0" cy="0"/>
          <a:chOff x="0" y="0"/>
          <a:chExt cx="0" cy="0"/>
        </a:xfrm>
      </p:grpSpPr>
      <p:sp>
        <p:nvSpPr>
          <p:cNvPr id="58" name="Google Shape;58;p15"/>
          <p:cNvSpPr txBox="1">
            <a:spLocks noGrp="1"/>
          </p:cNvSpPr>
          <p:nvPr>
            <p:ph type="title"/>
          </p:nvPr>
        </p:nvSpPr>
        <p:spPr>
          <a:xfrm>
            <a:off x="1078325" y="252986"/>
            <a:ext cx="4866738"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bg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bg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fld id="{00000000-1234-1234-1234-123412341234}" type="slidenum">
              <a:rPr lang="en" smtClean="0"/>
              <a:pPr/>
              <a:t>‹#›</a:t>
            </a:fld>
            <a:endParaRPr lang="en"/>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61" name="Google Shape;61;p15"/>
          <p:cNvSpPr txBox="1"/>
          <p:nvPr/>
        </p:nvSpPr>
        <p:spPr>
          <a:xfrm>
            <a:off x="100225" y="4847300"/>
            <a:ext cx="1079700"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bg1"/>
              </a:solidFill>
              <a:latin typeface="Poppins"/>
              <a:ea typeface="Poppins"/>
              <a:cs typeface="Poppins"/>
              <a:sym typeface="Poppins"/>
            </a:endParaRPr>
          </a:p>
        </p:txBody>
      </p:sp>
      <p:sp>
        <p:nvSpPr>
          <p:cNvPr id="17" name="Rectangle: Rounded Corners 16">
            <a:extLst>
              <a:ext uri="{FF2B5EF4-FFF2-40B4-BE49-F238E27FC236}">
                <a16:creationId xmlns:a16="http://schemas.microsoft.com/office/drawing/2014/main" id="{753611D5-BFCD-8FD3-3C18-8578FAB839C4}"/>
              </a:ext>
            </a:extLst>
          </p:cNvPr>
          <p:cNvSpPr/>
          <p:nvPr userDrawn="1"/>
        </p:nvSpPr>
        <p:spPr>
          <a:xfrm>
            <a:off x="176213" y="736600"/>
            <a:ext cx="4304346" cy="4006850"/>
          </a:xfrm>
          <a:prstGeom prst="roundRect">
            <a:avLst>
              <a:gd name="adj" fmla="val 3454"/>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Google Shape;387;p31">
            <a:extLst>
              <a:ext uri="{FF2B5EF4-FFF2-40B4-BE49-F238E27FC236}">
                <a16:creationId xmlns:a16="http://schemas.microsoft.com/office/drawing/2014/main" id="{FE35385D-7ECF-1974-F4B3-B2A0DA0A545E}"/>
              </a:ext>
            </a:extLst>
          </p:cNvPr>
          <p:cNvSpPr/>
          <p:nvPr userDrawn="1"/>
        </p:nvSpPr>
        <p:spPr>
          <a:xfrm flipH="1">
            <a:off x="318453" y="1074673"/>
            <a:ext cx="3977640" cy="7477"/>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a:p>
        </p:txBody>
      </p:sp>
      <p:sp>
        <p:nvSpPr>
          <p:cNvPr id="20" name="Rectangle: Rounded Corners 19">
            <a:extLst>
              <a:ext uri="{FF2B5EF4-FFF2-40B4-BE49-F238E27FC236}">
                <a16:creationId xmlns:a16="http://schemas.microsoft.com/office/drawing/2014/main" id="{28730EA9-8946-D9E3-7B70-C20C67B06213}"/>
              </a:ext>
            </a:extLst>
          </p:cNvPr>
          <p:cNvSpPr/>
          <p:nvPr userDrawn="1"/>
        </p:nvSpPr>
        <p:spPr>
          <a:xfrm>
            <a:off x="4663442" y="736600"/>
            <a:ext cx="4296723" cy="4006850"/>
          </a:xfrm>
          <a:prstGeom prst="roundRect">
            <a:avLst>
              <a:gd name="adj" fmla="val 3454"/>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Google Shape;387;p31">
            <a:extLst>
              <a:ext uri="{FF2B5EF4-FFF2-40B4-BE49-F238E27FC236}">
                <a16:creationId xmlns:a16="http://schemas.microsoft.com/office/drawing/2014/main" id="{D5E18D94-A083-16B9-5300-58A65E931F30}"/>
              </a:ext>
            </a:extLst>
          </p:cNvPr>
          <p:cNvSpPr/>
          <p:nvPr userDrawn="1"/>
        </p:nvSpPr>
        <p:spPr>
          <a:xfrm flipH="1">
            <a:off x="4806633" y="1074673"/>
            <a:ext cx="3977640" cy="7477"/>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dirty="0"/>
          </a:p>
        </p:txBody>
      </p:sp>
      <p:sp>
        <p:nvSpPr>
          <p:cNvPr id="24" name="Text Placeholder 2">
            <a:extLst>
              <a:ext uri="{FF2B5EF4-FFF2-40B4-BE49-F238E27FC236}">
                <a16:creationId xmlns:a16="http://schemas.microsoft.com/office/drawing/2014/main" id="{C0B47534-CEEA-B0A2-1F01-6874548A6EC5}"/>
              </a:ext>
            </a:extLst>
          </p:cNvPr>
          <p:cNvSpPr>
            <a:spLocks noGrp="1"/>
          </p:cNvSpPr>
          <p:nvPr userDrawn="1">
            <p:ph type="body" idx="14"/>
          </p:nvPr>
        </p:nvSpPr>
        <p:spPr>
          <a:xfrm>
            <a:off x="212035" y="859419"/>
            <a:ext cx="4084057" cy="216616"/>
          </a:xfrm>
          <a:prstGeom prst="rect">
            <a:avLst/>
          </a:prstGeom>
        </p:spPr>
        <p:txBody>
          <a:bodyPr>
            <a:normAutofit/>
          </a:bodyPr>
          <a:lstStyle>
            <a:lvl1pPr marL="0" indent="0">
              <a:buNone/>
              <a:defRPr sz="1000">
                <a:solidFill>
                  <a:schemeClr val="tx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25" name="Text Placeholder 2">
            <a:extLst>
              <a:ext uri="{FF2B5EF4-FFF2-40B4-BE49-F238E27FC236}">
                <a16:creationId xmlns:a16="http://schemas.microsoft.com/office/drawing/2014/main" id="{4D16E64F-AEC3-3E2B-733F-F4B9D1EC4649}"/>
              </a:ext>
            </a:extLst>
          </p:cNvPr>
          <p:cNvSpPr>
            <a:spLocks noGrp="1"/>
          </p:cNvSpPr>
          <p:nvPr userDrawn="1">
            <p:ph type="body" idx="15"/>
          </p:nvPr>
        </p:nvSpPr>
        <p:spPr>
          <a:xfrm>
            <a:off x="4709559" y="859419"/>
            <a:ext cx="4084057" cy="216616"/>
          </a:xfrm>
          <a:prstGeom prst="rect">
            <a:avLst/>
          </a:prstGeom>
        </p:spPr>
        <p:txBody>
          <a:bodyPr>
            <a:normAutofit/>
          </a:bodyPr>
          <a:lstStyle>
            <a:lvl1pPr marL="0" indent="0">
              <a:buNone/>
              <a:defRPr sz="1000">
                <a:solidFill>
                  <a:schemeClr val="tx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2" name="Text Placeholder 2">
            <a:extLst>
              <a:ext uri="{FF2B5EF4-FFF2-40B4-BE49-F238E27FC236}">
                <a16:creationId xmlns:a16="http://schemas.microsoft.com/office/drawing/2014/main" id="{BE4DED3E-FEE4-FBFF-8497-921A72AAC344}"/>
              </a:ext>
            </a:extLst>
          </p:cNvPr>
          <p:cNvSpPr>
            <a:spLocks noGrp="1"/>
          </p:cNvSpPr>
          <p:nvPr userDrawn="1">
            <p:ph type="body" sz="quarter" idx="17"/>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solidFill>
                  <a:schemeClr val="bg1"/>
                </a:solidFill>
              </a:defRPr>
            </a:lvl1pPr>
          </a:lstStyle>
          <a:p>
            <a:pPr lvl="0"/>
            <a:r>
              <a:rPr lang="en-US" dirty="0"/>
              <a:t>Click to edit Master text styles</a:t>
            </a:r>
          </a:p>
        </p:txBody>
      </p:sp>
      <p:sp>
        <p:nvSpPr>
          <p:cNvPr id="6" name="Content Placeholder 2">
            <a:extLst>
              <a:ext uri="{FF2B5EF4-FFF2-40B4-BE49-F238E27FC236}">
                <a16:creationId xmlns:a16="http://schemas.microsoft.com/office/drawing/2014/main" id="{4C570852-499F-74BF-A5DC-C7098EA1F543}"/>
              </a:ext>
            </a:extLst>
          </p:cNvPr>
          <p:cNvSpPr>
            <a:spLocks noGrp="1"/>
          </p:cNvSpPr>
          <p:nvPr userDrawn="1">
            <p:ph idx="1"/>
          </p:nvPr>
        </p:nvSpPr>
        <p:spPr>
          <a:xfrm>
            <a:off x="318453" y="1198854"/>
            <a:ext cx="3977640" cy="3464708"/>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10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9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8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E0578C3B-C9D6-A4FF-0747-FE4AEADE4E50}"/>
              </a:ext>
            </a:extLst>
          </p:cNvPr>
          <p:cNvSpPr>
            <a:spLocks noGrp="1"/>
          </p:cNvSpPr>
          <p:nvPr userDrawn="1">
            <p:ph idx="16"/>
          </p:nvPr>
        </p:nvSpPr>
        <p:spPr>
          <a:xfrm>
            <a:off x="4835854" y="1198854"/>
            <a:ext cx="3977640" cy="3464708"/>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10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9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tabLst>
                <a:tab pos="569913" algn="l"/>
              </a:tabLst>
              <a:defRPr sz="8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01637646"/>
      </p:ext>
    </p:extLst>
  </p:cSld>
  <p:clrMapOvr>
    <a:masterClrMapping/>
  </p:clrMapOvr>
  <p:extLst>
    <p:ext uri="{DCECCB84-F9BA-43D5-87BE-67443E8EF086}">
      <p15:sldGuideLst xmlns:p15="http://schemas.microsoft.com/office/powerpoint/2012/main">
        <p15:guide id="2" pos="5644">
          <p15:clr>
            <a:srgbClr val="E46962"/>
          </p15:clr>
        </p15:guide>
        <p15:guide id="3" orient="horz" pos="468" userDrawn="1">
          <p15:clr>
            <a:srgbClr val="E46962"/>
          </p15:clr>
        </p15:guide>
        <p15:guide id="4" orient="horz" pos="2988">
          <p15:clr>
            <a:srgbClr val="FBAE40"/>
          </p15:clr>
        </p15:guide>
        <p15:guide id="6" pos="2928">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ustom Layout 1" preserve="1" userDrawn="1">
  <p:cSld name="Two dark BG">
    <p:bg>
      <p:bgPr>
        <a:solidFill>
          <a:srgbClr val="0A0B2B"/>
        </a:solidFill>
        <a:effectLst/>
      </p:bgPr>
    </p:bg>
    <p:spTree>
      <p:nvGrpSpPr>
        <p:cNvPr id="1" name="Shape 57"/>
        <p:cNvGrpSpPr/>
        <p:nvPr/>
      </p:nvGrpSpPr>
      <p:grpSpPr>
        <a:xfrm>
          <a:off x="0" y="0"/>
          <a:ext cx="0" cy="0"/>
          <a:chOff x="0" y="0"/>
          <a:chExt cx="0" cy="0"/>
        </a:xfrm>
      </p:grpSpPr>
      <p:sp>
        <p:nvSpPr>
          <p:cNvPr id="58" name="Google Shape;58;p15"/>
          <p:cNvSpPr txBox="1">
            <a:spLocks noGrp="1"/>
          </p:cNvSpPr>
          <p:nvPr>
            <p:ph type="title"/>
          </p:nvPr>
        </p:nvSpPr>
        <p:spPr>
          <a:xfrm>
            <a:off x="1073150" y="252986"/>
            <a:ext cx="4860388"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bg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59" name="Google Shape;59;p15"/>
          <p:cNvSpPr txBox="1">
            <a:spLocks noGrp="1"/>
          </p:cNvSpPr>
          <p:nvPr>
            <p:ph type="sldNum" idx="12"/>
          </p:nvPr>
        </p:nvSpPr>
        <p:spPr>
          <a:xfrm>
            <a:off x="8213316" y="4847300"/>
            <a:ext cx="571800" cy="232800"/>
          </a:xfrm>
          <a:prstGeom prst="rect">
            <a:avLst/>
          </a:prstGeom>
          <a:noFill/>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bg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fld id="{00000000-1234-1234-1234-123412341234}" type="slidenum">
              <a:rPr lang="en" smtClean="0"/>
              <a:pPr/>
              <a:t>‹#›</a:t>
            </a:fld>
            <a:endParaRPr lang="en"/>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61" name="Google Shape;61;p15"/>
          <p:cNvSpPr txBox="1"/>
          <p:nvPr/>
        </p:nvSpPr>
        <p:spPr>
          <a:xfrm>
            <a:off x="100225" y="4847300"/>
            <a:ext cx="1079700"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bg1"/>
              </a:solidFill>
              <a:latin typeface="Poppins"/>
              <a:ea typeface="Poppins"/>
              <a:cs typeface="Poppins"/>
              <a:sym typeface="Poppins"/>
            </a:endParaRPr>
          </a:p>
        </p:txBody>
      </p:sp>
      <p:sp>
        <p:nvSpPr>
          <p:cNvPr id="17" name="Rectangle: Rounded Corners 16">
            <a:extLst>
              <a:ext uri="{FF2B5EF4-FFF2-40B4-BE49-F238E27FC236}">
                <a16:creationId xmlns:a16="http://schemas.microsoft.com/office/drawing/2014/main" id="{753611D5-BFCD-8FD3-3C18-8578FAB839C4}"/>
              </a:ext>
            </a:extLst>
          </p:cNvPr>
          <p:cNvSpPr/>
          <p:nvPr userDrawn="1"/>
        </p:nvSpPr>
        <p:spPr>
          <a:xfrm>
            <a:off x="176213" y="742950"/>
            <a:ext cx="4304346" cy="4002288"/>
          </a:xfrm>
          <a:prstGeom prst="roundRect">
            <a:avLst>
              <a:gd name="adj" fmla="val 3454"/>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Rounded Corners 19">
            <a:extLst>
              <a:ext uri="{FF2B5EF4-FFF2-40B4-BE49-F238E27FC236}">
                <a16:creationId xmlns:a16="http://schemas.microsoft.com/office/drawing/2014/main" id="{28730EA9-8946-D9E3-7B70-C20C67B06213}"/>
              </a:ext>
            </a:extLst>
          </p:cNvPr>
          <p:cNvSpPr/>
          <p:nvPr userDrawn="1"/>
        </p:nvSpPr>
        <p:spPr>
          <a:xfrm>
            <a:off x="4663442" y="742950"/>
            <a:ext cx="4296723" cy="4002288"/>
          </a:xfrm>
          <a:prstGeom prst="roundRect">
            <a:avLst>
              <a:gd name="adj" fmla="val 3454"/>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 Placeholder 2">
            <a:extLst>
              <a:ext uri="{FF2B5EF4-FFF2-40B4-BE49-F238E27FC236}">
                <a16:creationId xmlns:a16="http://schemas.microsoft.com/office/drawing/2014/main" id="{A33E3207-5037-7780-9CE9-9CA3A1DB8FDF}"/>
              </a:ext>
            </a:extLst>
          </p:cNvPr>
          <p:cNvSpPr>
            <a:spLocks noGrp="1"/>
          </p:cNvSpPr>
          <p:nvPr>
            <p:ph type="body" sz="quarter" idx="15"/>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solidFill>
                  <a:schemeClr val="bg1"/>
                </a:solidFill>
              </a:defRPr>
            </a:lvl1pPr>
          </a:lstStyle>
          <a:p>
            <a:pPr lvl="0"/>
            <a:r>
              <a:rPr lang="en-US" dirty="0"/>
              <a:t>Click to edit Master text styles</a:t>
            </a:r>
          </a:p>
        </p:txBody>
      </p:sp>
      <p:sp>
        <p:nvSpPr>
          <p:cNvPr id="5" name="Content Placeholder 2">
            <a:extLst>
              <a:ext uri="{FF2B5EF4-FFF2-40B4-BE49-F238E27FC236}">
                <a16:creationId xmlns:a16="http://schemas.microsoft.com/office/drawing/2014/main" id="{AE1A1BE6-08B1-B72E-587E-71C66D4FF3A2}"/>
              </a:ext>
            </a:extLst>
          </p:cNvPr>
          <p:cNvSpPr>
            <a:spLocks noGrp="1"/>
          </p:cNvSpPr>
          <p:nvPr>
            <p:ph idx="17"/>
          </p:nvPr>
        </p:nvSpPr>
        <p:spPr>
          <a:xfrm>
            <a:off x="318453" y="904646"/>
            <a:ext cx="3977640" cy="3797407"/>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10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9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8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93773C8D-9EE2-07A6-281E-0C26925D0A03}"/>
              </a:ext>
            </a:extLst>
          </p:cNvPr>
          <p:cNvSpPr>
            <a:spLocks noGrp="1"/>
          </p:cNvSpPr>
          <p:nvPr>
            <p:ph idx="18"/>
          </p:nvPr>
        </p:nvSpPr>
        <p:spPr>
          <a:xfrm>
            <a:off x="4835854" y="904646"/>
            <a:ext cx="3977640" cy="3797407"/>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10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9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tabLst>
                <a:tab pos="569913" algn="l"/>
              </a:tabLst>
              <a:defRPr sz="8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89024891"/>
      </p:ext>
    </p:extLst>
  </p:cSld>
  <p:clrMapOvr>
    <a:masterClrMapping/>
  </p:clrMapOvr>
  <p:extLst>
    <p:ext uri="{DCECCB84-F9BA-43D5-87BE-67443E8EF086}">
      <p15:sldGuideLst xmlns:p15="http://schemas.microsoft.com/office/powerpoint/2012/main">
        <p15:guide id="2" pos="5644">
          <p15:clr>
            <a:srgbClr val="E46962"/>
          </p15:clr>
        </p15:guide>
        <p15:guide id="3" orient="horz" pos="468" userDrawn="1">
          <p15:clr>
            <a:srgbClr val="E46962"/>
          </p15:clr>
        </p15:guide>
        <p15:guide id="4" orient="horz" pos="2988">
          <p15:clr>
            <a:srgbClr val="FBAE40"/>
          </p15:clr>
        </p15:guide>
        <p15:guide id="6" pos="2928">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ustom Layout 1" preserve="1" userDrawn="1">
  <p:cSld name="Three w/subtitle">
    <p:bg>
      <p:bgPr>
        <a:solidFill>
          <a:srgbClr val="FCF8FF">
            <a:alpha val="80000"/>
          </a:srgbClr>
        </a:solidFill>
        <a:effectLst/>
      </p:bgPr>
    </p:bg>
    <p:spTree>
      <p:nvGrpSpPr>
        <p:cNvPr id="1" name="Shape 57"/>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B9F4885-4A43-C970-99CB-A59B4D2DD4A5}"/>
              </a:ext>
            </a:extLst>
          </p:cNvPr>
          <p:cNvSpPr/>
          <p:nvPr userDrawn="1"/>
        </p:nvSpPr>
        <p:spPr>
          <a:xfrm>
            <a:off x="3142366" y="747512"/>
            <a:ext cx="2841307" cy="3994150"/>
          </a:xfrm>
          <a:prstGeom prst="roundRect">
            <a:avLst>
              <a:gd name="adj" fmla="val 3454"/>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Google Shape;387;p31">
            <a:extLst>
              <a:ext uri="{FF2B5EF4-FFF2-40B4-BE49-F238E27FC236}">
                <a16:creationId xmlns:a16="http://schemas.microsoft.com/office/drawing/2014/main" id="{BCCAACBF-4AE1-0B46-6D4F-5463D6CAA084}"/>
              </a:ext>
            </a:extLst>
          </p:cNvPr>
          <p:cNvSpPr/>
          <p:nvPr userDrawn="1"/>
        </p:nvSpPr>
        <p:spPr>
          <a:xfrm flipH="1">
            <a:off x="3267212" y="1091935"/>
            <a:ext cx="2625648" cy="7477"/>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a:p>
        </p:txBody>
      </p:sp>
      <p:sp>
        <p:nvSpPr>
          <p:cNvPr id="11" name="Content Placeholder 2">
            <a:extLst>
              <a:ext uri="{FF2B5EF4-FFF2-40B4-BE49-F238E27FC236}">
                <a16:creationId xmlns:a16="http://schemas.microsoft.com/office/drawing/2014/main" id="{51CE802E-24AC-CDC9-E04E-357CB4709CE5}"/>
              </a:ext>
            </a:extLst>
          </p:cNvPr>
          <p:cNvSpPr>
            <a:spLocks noGrp="1" noChangeAspect="1"/>
          </p:cNvSpPr>
          <p:nvPr userDrawn="1">
            <p:ph idx="21"/>
          </p:nvPr>
        </p:nvSpPr>
        <p:spPr>
          <a:xfrm>
            <a:off x="3303543" y="1224721"/>
            <a:ext cx="2552985" cy="3439648"/>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9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6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8" name="Google Shape;58;p15"/>
          <p:cNvSpPr txBox="1">
            <a:spLocks noGrp="1"/>
          </p:cNvSpPr>
          <p:nvPr userDrawn="1">
            <p:ph type="title"/>
          </p:nvPr>
        </p:nvSpPr>
        <p:spPr>
          <a:xfrm>
            <a:off x="1090246" y="253694"/>
            <a:ext cx="4893427"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tx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59" name="Google Shape;59;p15"/>
          <p:cNvSpPr txBox="1">
            <a:spLocks noGrp="1"/>
          </p:cNvSpPr>
          <p:nvPr userDrawn="1">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dk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pic>
        <p:nvPicPr>
          <p:cNvPr id="60" name="Google Shape;60;p15" descr="A colorful logo with black background&#10;&#10;AI-generated content may be incorrect."/>
          <p:cNvPicPr preferRelativeResize="0"/>
          <p:nvPr userDrawn="1"/>
        </p:nvPicPr>
        <p:blipFill rotWithShape="1">
          <a:blip r:embed="rId2">
            <a:alphaModFix/>
          </a:blip>
          <a:srcRect/>
          <a:stretch/>
        </p:blipFill>
        <p:spPr>
          <a:xfrm>
            <a:off x="8813494" y="4905262"/>
            <a:ext cx="146082" cy="116888"/>
          </a:xfrm>
          <a:prstGeom prst="rect">
            <a:avLst/>
          </a:prstGeom>
          <a:noFill/>
          <a:ln>
            <a:noFill/>
          </a:ln>
        </p:spPr>
      </p:pic>
      <p:sp>
        <p:nvSpPr>
          <p:cNvPr id="61" name="Google Shape;61;p15"/>
          <p:cNvSpPr txBox="1">
            <a:spLocks noChangeAspect="1"/>
          </p:cNvSpPr>
          <p:nvPr userDrawn="1"/>
        </p:nvSpPr>
        <p:spPr>
          <a:xfrm>
            <a:off x="100225" y="4847300"/>
            <a:ext cx="712712"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dk1"/>
              </a:solidFill>
              <a:latin typeface="Poppins"/>
              <a:ea typeface="Poppins"/>
              <a:cs typeface="Poppins"/>
              <a:sym typeface="Poppins"/>
            </a:endParaRPr>
          </a:p>
        </p:txBody>
      </p:sp>
      <p:sp>
        <p:nvSpPr>
          <p:cNvPr id="17" name="Rectangle: Rounded Corners 16">
            <a:extLst>
              <a:ext uri="{FF2B5EF4-FFF2-40B4-BE49-F238E27FC236}">
                <a16:creationId xmlns:a16="http://schemas.microsoft.com/office/drawing/2014/main" id="{753611D5-BFCD-8FD3-3C18-8578FAB839C4}"/>
              </a:ext>
            </a:extLst>
          </p:cNvPr>
          <p:cNvSpPr/>
          <p:nvPr userDrawn="1"/>
        </p:nvSpPr>
        <p:spPr>
          <a:xfrm>
            <a:off x="176213" y="749300"/>
            <a:ext cx="2841307" cy="3994150"/>
          </a:xfrm>
          <a:prstGeom prst="roundRect">
            <a:avLst>
              <a:gd name="adj" fmla="val 3454"/>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Google Shape;387;p31">
            <a:extLst>
              <a:ext uri="{FF2B5EF4-FFF2-40B4-BE49-F238E27FC236}">
                <a16:creationId xmlns:a16="http://schemas.microsoft.com/office/drawing/2014/main" id="{FE35385D-7ECF-1974-F4B3-B2A0DA0A545E}"/>
              </a:ext>
            </a:extLst>
          </p:cNvPr>
          <p:cNvSpPr/>
          <p:nvPr userDrawn="1"/>
        </p:nvSpPr>
        <p:spPr>
          <a:xfrm flipH="1">
            <a:off x="301059" y="1093723"/>
            <a:ext cx="2625648" cy="7477"/>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a:p>
        </p:txBody>
      </p:sp>
      <p:sp>
        <p:nvSpPr>
          <p:cNvPr id="22" name="Content Placeholder 2">
            <a:extLst>
              <a:ext uri="{FF2B5EF4-FFF2-40B4-BE49-F238E27FC236}">
                <a16:creationId xmlns:a16="http://schemas.microsoft.com/office/drawing/2014/main" id="{1ACCFDBE-F468-7F49-B74A-C4F9AB99F2E0}"/>
              </a:ext>
            </a:extLst>
          </p:cNvPr>
          <p:cNvSpPr>
            <a:spLocks noGrp="1" noChangeAspect="1"/>
          </p:cNvSpPr>
          <p:nvPr userDrawn="1">
            <p:ph idx="1"/>
          </p:nvPr>
        </p:nvSpPr>
        <p:spPr>
          <a:xfrm>
            <a:off x="318453" y="1224721"/>
            <a:ext cx="2552985" cy="3439648"/>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9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6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ext Placeholder 2">
            <a:extLst>
              <a:ext uri="{FF2B5EF4-FFF2-40B4-BE49-F238E27FC236}">
                <a16:creationId xmlns:a16="http://schemas.microsoft.com/office/drawing/2014/main" id="{C0B47534-CEEA-B0A2-1F01-6874548A6EC5}"/>
              </a:ext>
            </a:extLst>
          </p:cNvPr>
          <p:cNvSpPr>
            <a:spLocks noGrp="1" noChangeAspect="1"/>
          </p:cNvSpPr>
          <p:nvPr userDrawn="1">
            <p:ph type="body" idx="14"/>
          </p:nvPr>
        </p:nvSpPr>
        <p:spPr>
          <a:xfrm>
            <a:off x="212036" y="874964"/>
            <a:ext cx="2695894" cy="216616"/>
          </a:xfrm>
          <a:prstGeom prst="rect">
            <a:avLst/>
          </a:prstGeom>
        </p:spPr>
        <p:txBody>
          <a:bodyPr>
            <a:normAutofit/>
          </a:bodyPr>
          <a:lstStyle>
            <a:lvl1pPr marL="0" indent="0">
              <a:buNone/>
              <a:defRPr sz="1000">
                <a:solidFill>
                  <a:schemeClr val="tx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7" name="Text Placeholder 2">
            <a:extLst>
              <a:ext uri="{FF2B5EF4-FFF2-40B4-BE49-F238E27FC236}">
                <a16:creationId xmlns:a16="http://schemas.microsoft.com/office/drawing/2014/main" id="{73608493-51EB-091B-5B5D-9B2D72B5A4DD}"/>
              </a:ext>
            </a:extLst>
          </p:cNvPr>
          <p:cNvSpPr>
            <a:spLocks noGrp="1" noChangeAspect="1"/>
          </p:cNvSpPr>
          <p:nvPr userDrawn="1">
            <p:ph type="body" idx="16"/>
          </p:nvPr>
        </p:nvSpPr>
        <p:spPr>
          <a:xfrm>
            <a:off x="3178189" y="873176"/>
            <a:ext cx="2695894" cy="216616"/>
          </a:xfrm>
          <a:prstGeom prst="rect">
            <a:avLst/>
          </a:prstGeom>
        </p:spPr>
        <p:txBody>
          <a:bodyPr>
            <a:normAutofit/>
          </a:bodyPr>
          <a:lstStyle>
            <a:lvl1pPr marL="0" indent="0">
              <a:buNone/>
              <a:defRPr sz="1000">
                <a:solidFill>
                  <a:schemeClr val="tx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9" name="Rectangle: Rounded Corners 8">
            <a:extLst>
              <a:ext uri="{FF2B5EF4-FFF2-40B4-BE49-F238E27FC236}">
                <a16:creationId xmlns:a16="http://schemas.microsoft.com/office/drawing/2014/main" id="{C9798938-1513-B04E-108F-B9E226BBBDB7}"/>
              </a:ext>
            </a:extLst>
          </p:cNvPr>
          <p:cNvSpPr/>
          <p:nvPr userDrawn="1"/>
        </p:nvSpPr>
        <p:spPr>
          <a:xfrm>
            <a:off x="6118269" y="747512"/>
            <a:ext cx="2841307" cy="3994150"/>
          </a:xfrm>
          <a:prstGeom prst="roundRect">
            <a:avLst>
              <a:gd name="adj" fmla="val 3454"/>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Google Shape;387;p31">
            <a:extLst>
              <a:ext uri="{FF2B5EF4-FFF2-40B4-BE49-F238E27FC236}">
                <a16:creationId xmlns:a16="http://schemas.microsoft.com/office/drawing/2014/main" id="{95F5EE2A-EF32-300E-B8FC-4CE4AF70D825}"/>
              </a:ext>
            </a:extLst>
          </p:cNvPr>
          <p:cNvSpPr/>
          <p:nvPr userDrawn="1"/>
        </p:nvSpPr>
        <p:spPr>
          <a:xfrm flipH="1">
            <a:off x="6243115" y="1091935"/>
            <a:ext cx="2625648" cy="7477"/>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a:p>
        </p:txBody>
      </p:sp>
      <p:sp>
        <p:nvSpPr>
          <p:cNvPr id="12" name="Text Placeholder 2">
            <a:extLst>
              <a:ext uri="{FF2B5EF4-FFF2-40B4-BE49-F238E27FC236}">
                <a16:creationId xmlns:a16="http://schemas.microsoft.com/office/drawing/2014/main" id="{95D5C79A-9DB8-6701-AAE1-542B7C2EFAF8}"/>
              </a:ext>
            </a:extLst>
          </p:cNvPr>
          <p:cNvSpPr>
            <a:spLocks noGrp="1" noChangeAspect="1"/>
          </p:cNvSpPr>
          <p:nvPr userDrawn="1">
            <p:ph type="body" idx="18"/>
          </p:nvPr>
        </p:nvSpPr>
        <p:spPr>
          <a:xfrm>
            <a:off x="6154092" y="873176"/>
            <a:ext cx="2695894" cy="216616"/>
          </a:xfrm>
          <a:prstGeom prst="rect">
            <a:avLst/>
          </a:prstGeom>
        </p:spPr>
        <p:txBody>
          <a:bodyPr>
            <a:normAutofit/>
          </a:bodyPr>
          <a:lstStyle>
            <a:lvl1pPr marL="0" indent="0">
              <a:buNone/>
              <a:defRPr sz="1000">
                <a:solidFill>
                  <a:schemeClr val="tx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2" name="Text Placeholder 2">
            <a:extLst>
              <a:ext uri="{FF2B5EF4-FFF2-40B4-BE49-F238E27FC236}">
                <a16:creationId xmlns:a16="http://schemas.microsoft.com/office/drawing/2014/main" id="{5014B0DC-942D-A092-6680-68ABC7866F3D}"/>
              </a:ext>
            </a:extLst>
          </p:cNvPr>
          <p:cNvSpPr>
            <a:spLocks noGrp="1"/>
          </p:cNvSpPr>
          <p:nvPr userDrawn="1">
            <p:ph type="body" sz="quarter" idx="15"/>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lvl1pPr>
          </a:lstStyle>
          <a:p>
            <a:pPr lvl="0"/>
            <a:r>
              <a:rPr lang="en-US" dirty="0"/>
              <a:t>Click to edit Master text styles</a:t>
            </a:r>
          </a:p>
        </p:txBody>
      </p:sp>
      <p:sp>
        <p:nvSpPr>
          <p:cNvPr id="13" name="Content Placeholder 2">
            <a:extLst>
              <a:ext uri="{FF2B5EF4-FFF2-40B4-BE49-F238E27FC236}">
                <a16:creationId xmlns:a16="http://schemas.microsoft.com/office/drawing/2014/main" id="{DD9E22CA-0759-4A26-32E3-FCEBD3D8F63F}"/>
              </a:ext>
            </a:extLst>
          </p:cNvPr>
          <p:cNvSpPr>
            <a:spLocks noGrp="1" noChangeAspect="1"/>
          </p:cNvSpPr>
          <p:nvPr userDrawn="1">
            <p:ph idx="22"/>
          </p:nvPr>
        </p:nvSpPr>
        <p:spPr>
          <a:xfrm>
            <a:off x="6279446" y="1226788"/>
            <a:ext cx="2552985" cy="3439648"/>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9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6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90223062"/>
      </p:ext>
    </p:extLst>
  </p:cSld>
  <p:clrMapOvr>
    <a:masterClrMapping/>
  </p:clrMapOvr>
  <p:extLst>
    <p:ext uri="{DCECCB84-F9BA-43D5-87BE-67443E8EF086}">
      <p15:sldGuideLst xmlns:p15="http://schemas.microsoft.com/office/powerpoint/2012/main">
        <p15:guide id="2" pos="5644">
          <p15:clr>
            <a:srgbClr val="E46962"/>
          </p15:clr>
        </p15:guide>
        <p15:guide id="3" orient="horz" pos="468" userDrawn="1">
          <p15:clr>
            <a:srgbClr val="E46962"/>
          </p15:clr>
        </p15:guide>
        <p15:guide id="4" orient="horz" pos="2988">
          <p15:clr>
            <a:srgbClr val="FBAE40"/>
          </p15:clr>
        </p15:guide>
        <p15:guide id="6" pos="2928">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ustom Layout 1" preserve="1" userDrawn="1">
  <p:cSld name="Three">
    <p:bg>
      <p:bgPr>
        <a:solidFill>
          <a:srgbClr val="FCF8FF">
            <a:alpha val="80000"/>
          </a:srgbClr>
        </a:solidFill>
        <a:effectLst/>
      </p:bgPr>
    </p:bg>
    <p:spTree>
      <p:nvGrpSpPr>
        <p:cNvPr id="1" name="Shape 57"/>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C9798938-1513-B04E-108F-B9E226BBBDB7}"/>
              </a:ext>
            </a:extLst>
          </p:cNvPr>
          <p:cNvSpPr/>
          <p:nvPr userDrawn="1"/>
        </p:nvSpPr>
        <p:spPr>
          <a:xfrm>
            <a:off x="6118269" y="749300"/>
            <a:ext cx="2841307" cy="3733800"/>
          </a:xfrm>
          <a:prstGeom prst="roundRect">
            <a:avLst>
              <a:gd name="adj" fmla="val 3454"/>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Content Placeholder 2">
            <a:extLst>
              <a:ext uri="{FF2B5EF4-FFF2-40B4-BE49-F238E27FC236}">
                <a16:creationId xmlns:a16="http://schemas.microsoft.com/office/drawing/2014/main" id="{EFCA27A9-D7F8-C3EC-3DF4-02B31FB70E79}"/>
              </a:ext>
            </a:extLst>
          </p:cNvPr>
          <p:cNvSpPr>
            <a:spLocks noGrp="1" noChangeAspect="1"/>
          </p:cNvSpPr>
          <p:nvPr>
            <p:ph idx="22"/>
          </p:nvPr>
        </p:nvSpPr>
        <p:spPr>
          <a:xfrm>
            <a:off x="6279446" y="886457"/>
            <a:ext cx="2552985" cy="3557313"/>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9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6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8" name="Google Shape;58;p15"/>
          <p:cNvSpPr txBox="1">
            <a:spLocks noGrp="1"/>
          </p:cNvSpPr>
          <p:nvPr>
            <p:ph type="title"/>
          </p:nvPr>
        </p:nvSpPr>
        <p:spPr>
          <a:xfrm>
            <a:off x="1083212" y="258774"/>
            <a:ext cx="4900461"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tx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dk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61" name="Google Shape;61;p15"/>
          <p:cNvSpPr txBox="1">
            <a:spLocks noChangeAspect="1"/>
          </p:cNvSpPr>
          <p:nvPr/>
        </p:nvSpPr>
        <p:spPr>
          <a:xfrm>
            <a:off x="100225" y="4847300"/>
            <a:ext cx="712712"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dk1"/>
              </a:solidFill>
              <a:latin typeface="Poppins"/>
              <a:ea typeface="Poppins"/>
              <a:cs typeface="Poppins"/>
              <a:sym typeface="Poppins"/>
            </a:endParaRPr>
          </a:p>
        </p:txBody>
      </p:sp>
      <p:sp>
        <p:nvSpPr>
          <p:cNvPr id="17" name="Rectangle: Rounded Corners 16">
            <a:extLst>
              <a:ext uri="{FF2B5EF4-FFF2-40B4-BE49-F238E27FC236}">
                <a16:creationId xmlns:a16="http://schemas.microsoft.com/office/drawing/2014/main" id="{753611D5-BFCD-8FD3-3C18-8578FAB839C4}"/>
              </a:ext>
            </a:extLst>
          </p:cNvPr>
          <p:cNvSpPr/>
          <p:nvPr userDrawn="1"/>
        </p:nvSpPr>
        <p:spPr>
          <a:xfrm>
            <a:off x="176213" y="751088"/>
            <a:ext cx="2841307" cy="3733800"/>
          </a:xfrm>
          <a:prstGeom prst="roundRect">
            <a:avLst>
              <a:gd name="adj" fmla="val 3454"/>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Rounded Corners 3">
            <a:extLst>
              <a:ext uri="{FF2B5EF4-FFF2-40B4-BE49-F238E27FC236}">
                <a16:creationId xmlns:a16="http://schemas.microsoft.com/office/drawing/2014/main" id="{0B9F4885-4A43-C970-99CB-A59B4D2DD4A5}"/>
              </a:ext>
            </a:extLst>
          </p:cNvPr>
          <p:cNvSpPr/>
          <p:nvPr userDrawn="1"/>
        </p:nvSpPr>
        <p:spPr>
          <a:xfrm>
            <a:off x="3142366" y="749300"/>
            <a:ext cx="2841307" cy="3733800"/>
          </a:xfrm>
          <a:prstGeom prst="roundRect">
            <a:avLst>
              <a:gd name="adj" fmla="val 3454"/>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 Placeholder 2">
            <a:extLst>
              <a:ext uri="{FF2B5EF4-FFF2-40B4-BE49-F238E27FC236}">
                <a16:creationId xmlns:a16="http://schemas.microsoft.com/office/drawing/2014/main" id="{3F993C08-F4A2-7C12-EDCB-199EF5835813}"/>
              </a:ext>
            </a:extLst>
          </p:cNvPr>
          <p:cNvSpPr>
            <a:spLocks noGrp="1"/>
          </p:cNvSpPr>
          <p:nvPr>
            <p:ph type="body" sz="quarter" idx="15"/>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lvl1pPr>
          </a:lstStyle>
          <a:p>
            <a:pPr lvl="0"/>
            <a:r>
              <a:rPr lang="en-US" dirty="0"/>
              <a:t>Click to edit Master text styles</a:t>
            </a:r>
          </a:p>
        </p:txBody>
      </p:sp>
      <p:sp>
        <p:nvSpPr>
          <p:cNvPr id="8" name="Content Placeholder 2">
            <a:extLst>
              <a:ext uri="{FF2B5EF4-FFF2-40B4-BE49-F238E27FC236}">
                <a16:creationId xmlns:a16="http://schemas.microsoft.com/office/drawing/2014/main" id="{176AF623-F6CD-E023-519C-A1DCBB449035}"/>
              </a:ext>
            </a:extLst>
          </p:cNvPr>
          <p:cNvSpPr>
            <a:spLocks noGrp="1" noChangeAspect="1"/>
          </p:cNvSpPr>
          <p:nvPr>
            <p:ph idx="21"/>
          </p:nvPr>
        </p:nvSpPr>
        <p:spPr>
          <a:xfrm>
            <a:off x="3303543" y="884390"/>
            <a:ext cx="2552985" cy="3557313"/>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9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6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926E43FC-1732-FE32-4E4B-2DA7759245A1}"/>
              </a:ext>
            </a:extLst>
          </p:cNvPr>
          <p:cNvSpPr>
            <a:spLocks noGrp="1" noChangeAspect="1"/>
          </p:cNvSpPr>
          <p:nvPr>
            <p:ph idx="1"/>
          </p:nvPr>
        </p:nvSpPr>
        <p:spPr>
          <a:xfrm>
            <a:off x="318453" y="884390"/>
            <a:ext cx="2552985" cy="3557313"/>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9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6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66324426"/>
      </p:ext>
    </p:extLst>
  </p:cSld>
  <p:clrMapOvr>
    <a:masterClrMapping/>
  </p:clrMapOvr>
  <p:extLst>
    <p:ext uri="{DCECCB84-F9BA-43D5-87BE-67443E8EF086}">
      <p15:sldGuideLst xmlns:p15="http://schemas.microsoft.com/office/powerpoint/2012/main">
        <p15:guide id="2" pos="5644">
          <p15:clr>
            <a:srgbClr val="E46962"/>
          </p15:clr>
        </p15:guide>
        <p15:guide id="3" orient="horz" pos="468" userDrawn="1">
          <p15:clr>
            <a:srgbClr val="E46962"/>
          </p15:clr>
        </p15:guide>
        <p15:guide id="4" orient="horz" pos="2988">
          <p15:clr>
            <a:srgbClr val="FBAE40"/>
          </p15:clr>
        </p15:guide>
        <p15:guide id="6" pos="2928">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ustom Layout 1" preserve="1" userDrawn="1">
  <p:cSld name="Three dark w/subtitle">
    <p:bg>
      <p:bgPr>
        <a:solidFill>
          <a:srgbClr val="FCF8FF">
            <a:alpha val="80000"/>
          </a:srgbClr>
        </a:solidFill>
        <a:effectLst/>
      </p:bgPr>
    </p:bg>
    <p:spTree>
      <p:nvGrpSpPr>
        <p:cNvPr id="1" name="Shape 57"/>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53611D5-BFCD-8FD3-3C18-8578FAB839C4}"/>
              </a:ext>
            </a:extLst>
          </p:cNvPr>
          <p:cNvSpPr/>
          <p:nvPr userDrawn="1"/>
        </p:nvSpPr>
        <p:spPr>
          <a:xfrm>
            <a:off x="176213" y="751088"/>
            <a:ext cx="2841307" cy="3992362"/>
          </a:xfrm>
          <a:prstGeom prst="roundRect">
            <a:avLst>
              <a:gd name="adj" fmla="val 3454"/>
            </a:avLst>
          </a:prstGeom>
          <a:solidFill>
            <a:srgbClr val="0A0B2B"/>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Google Shape;58;p15"/>
          <p:cNvSpPr txBox="1">
            <a:spLocks noGrp="1"/>
          </p:cNvSpPr>
          <p:nvPr>
            <p:ph type="title"/>
          </p:nvPr>
        </p:nvSpPr>
        <p:spPr>
          <a:xfrm>
            <a:off x="1083212" y="258774"/>
            <a:ext cx="4900461"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tx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dk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pic>
        <p:nvPicPr>
          <p:cNvPr id="60" name="Google Shape;60;p15" descr="A colorful logo with black background&#10;&#10;AI-generated content may be incorrect."/>
          <p:cNvPicPr preferRelativeResize="0"/>
          <p:nvPr userDrawn="1"/>
        </p:nvPicPr>
        <p:blipFill rotWithShape="1">
          <a:blip r:embed="rId2">
            <a:alphaModFix/>
          </a:blip>
          <a:srcRect/>
          <a:stretch/>
        </p:blipFill>
        <p:spPr>
          <a:xfrm>
            <a:off x="8813494" y="4905262"/>
            <a:ext cx="146082" cy="116888"/>
          </a:xfrm>
          <a:prstGeom prst="rect">
            <a:avLst/>
          </a:prstGeom>
          <a:noFill/>
          <a:ln>
            <a:noFill/>
          </a:ln>
        </p:spPr>
      </p:pic>
      <p:sp>
        <p:nvSpPr>
          <p:cNvPr id="61" name="Google Shape;61;p15"/>
          <p:cNvSpPr txBox="1">
            <a:spLocks noChangeAspect="1"/>
          </p:cNvSpPr>
          <p:nvPr userDrawn="1"/>
        </p:nvSpPr>
        <p:spPr>
          <a:xfrm>
            <a:off x="100225" y="4847300"/>
            <a:ext cx="712712"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dk1"/>
              </a:solidFill>
              <a:latin typeface="Poppins"/>
              <a:ea typeface="Poppins"/>
              <a:cs typeface="Poppins"/>
              <a:sym typeface="Poppins"/>
            </a:endParaRPr>
          </a:p>
        </p:txBody>
      </p:sp>
      <p:sp>
        <p:nvSpPr>
          <p:cNvPr id="18" name="Google Shape;387;p31">
            <a:extLst>
              <a:ext uri="{FF2B5EF4-FFF2-40B4-BE49-F238E27FC236}">
                <a16:creationId xmlns:a16="http://schemas.microsoft.com/office/drawing/2014/main" id="{FE35385D-7ECF-1974-F4B3-B2A0DA0A545E}"/>
              </a:ext>
            </a:extLst>
          </p:cNvPr>
          <p:cNvSpPr/>
          <p:nvPr userDrawn="1"/>
        </p:nvSpPr>
        <p:spPr>
          <a:xfrm flipH="1">
            <a:off x="301059" y="1136601"/>
            <a:ext cx="2625648" cy="7473"/>
          </a:xfrm>
          <a:prstGeom prst="rect">
            <a:avLst/>
          </a:prstGeom>
          <a:solidFill>
            <a:srgbClr val="0A0B2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a:p>
        </p:txBody>
      </p:sp>
      <p:sp>
        <p:nvSpPr>
          <p:cNvPr id="24" name="Text Placeholder 2">
            <a:extLst>
              <a:ext uri="{FF2B5EF4-FFF2-40B4-BE49-F238E27FC236}">
                <a16:creationId xmlns:a16="http://schemas.microsoft.com/office/drawing/2014/main" id="{C0B47534-CEEA-B0A2-1F01-6874548A6EC5}"/>
              </a:ext>
            </a:extLst>
          </p:cNvPr>
          <p:cNvSpPr>
            <a:spLocks noGrp="1" noChangeAspect="1"/>
          </p:cNvSpPr>
          <p:nvPr userDrawn="1">
            <p:ph type="body" idx="14"/>
          </p:nvPr>
        </p:nvSpPr>
        <p:spPr>
          <a:xfrm>
            <a:off x="212036" y="874973"/>
            <a:ext cx="2695894" cy="216616"/>
          </a:xfrm>
          <a:prstGeom prst="rect">
            <a:avLst/>
          </a:prstGeom>
        </p:spPr>
        <p:txBody>
          <a:bodyPr>
            <a:normAutofit/>
          </a:bodyPr>
          <a:lstStyle>
            <a:lvl1pPr marL="0" indent="0">
              <a:buNone/>
              <a:defRPr sz="1000">
                <a:solidFill>
                  <a:schemeClr val="bg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4" name="Rectangle: Rounded Corners 3">
            <a:extLst>
              <a:ext uri="{FF2B5EF4-FFF2-40B4-BE49-F238E27FC236}">
                <a16:creationId xmlns:a16="http://schemas.microsoft.com/office/drawing/2014/main" id="{0B9F4885-4A43-C970-99CB-A59B4D2DD4A5}"/>
              </a:ext>
            </a:extLst>
          </p:cNvPr>
          <p:cNvSpPr/>
          <p:nvPr userDrawn="1"/>
        </p:nvSpPr>
        <p:spPr>
          <a:xfrm>
            <a:off x="3142366" y="749300"/>
            <a:ext cx="2841307" cy="3992362"/>
          </a:xfrm>
          <a:prstGeom prst="roundRect">
            <a:avLst>
              <a:gd name="adj" fmla="val 3454"/>
            </a:avLst>
          </a:prstGeom>
          <a:solidFill>
            <a:srgbClr val="0A0B2B"/>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Google Shape;387;p31">
            <a:extLst>
              <a:ext uri="{FF2B5EF4-FFF2-40B4-BE49-F238E27FC236}">
                <a16:creationId xmlns:a16="http://schemas.microsoft.com/office/drawing/2014/main" id="{BCCAACBF-4AE1-0B46-6D4F-5463D6CAA084}"/>
              </a:ext>
            </a:extLst>
          </p:cNvPr>
          <p:cNvSpPr/>
          <p:nvPr userDrawn="1"/>
        </p:nvSpPr>
        <p:spPr>
          <a:xfrm flipH="1">
            <a:off x="3267212" y="1134813"/>
            <a:ext cx="2625648" cy="7473"/>
          </a:xfrm>
          <a:prstGeom prst="rect">
            <a:avLst/>
          </a:prstGeom>
          <a:solidFill>
            <a:srgbClr val="0A0B2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a:p>
        </p:txBody>
      </p:sp>
      <p:sp>
        <p:nvSpPr>
          <p:cNvPr id="7" name="Text Placeholder 2">
            <a:extLst>
              <a:ext uri="{FF2B5EF4-FFF2-40B4-BE49-F238E27FC236}">
                <a16:creationId xmlns:a16="http://schemas.microsoft.com/office/drawing/2014/main" id="{73608493-51EB-091B-5B5D-9B2D72B5A4DD}"/>
              </a:ext>
            </a:extLst>
          </p:cNvPr>
          <p:cNvSpPr>
            <a:spLocks noGrp="1" noChangeAspect="1"/>
          </p:cNvSpPr>
          <p:nvPr userDrawn="1">
            <p:ph type="body" idx="16"/>
          </p:nvPr>
        </p:nvSpPr>
        <p:spPr>
          <a:xfrm>
            <a:off x="3178189" y="877947"/>
            <a:ext cx="2695894" cy="216616"/>
          </a:xfrm>
          <a:prstGeom prst="rect">
            <a:avLst/>
          </a:prstGeom>
        </p:spPr>
        <p:txBody>
          <a:bodyPr>
            <a:normAutofit/>
          </a:bodyPr>
          <a:lstStyle>
            <a:lvl1pPr marL="0" indent="0">
              <a:buNone/>
              <a:defRPr sz="1000">
                <a:solidFill>
                  <a:schemeClr val="bg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9" name="Rectangle: Rounded Corners 8">
            <a:extLst>
              <a:ext uri="{FF2B5EF4-FFF2-40B4-BE49-F238E27FC236}">
                <a16:creationId xmlns:a16="http://schemas.microsoft.com/office/drawing/2014/main" id="{C9798938-1513-B04E-108F-B9E226BBBDB7}"/>
              </a:ext>
            </a:extLst>
          </p:cNvPr>
          <p:cNvSpPr/>
          <p:nvPr userDrawn="1"/>
        </p:nvSpPr>
        <p:spPr>
          <a:xfrm>
            <a:off x="6118269" y="749300"/>
            <a:ext cx="2841307" cy="3992362"/>
          </a:xfrm>
          <a:prstGeom prst="roundRect">
            <a:avLst>
              <a:gd name="adj" fmla="val 3454"/>
            </a:avLst>
          </a:prstGeom>
          <a:solidFill>
            <a:srgbClr val="0A0B2B"/>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Google Shape;387;p31">
            <a:extLst>
              <a:ext uri="{FF2B5EF4-FFF2-40B4-BE49-F238E27FC236}">
                <a16:creationId xmlns:a16="http://schemas.microsoft.com/office/drawing/2014/main" id="{95F5EE2A-EF32-300E-B8FC-4CE4AF70D825}"/>
              </a:ext>
            </a:extLst>
          </p:cNvPr>
          <p:cNvSpPr/>
          <p:nvPr userDrawn="1"/>
        </p:nvSpPr>
        <p:spPr>
          <a:xfrm flipH="1">
            <a:off x="6243115" y="1134813"/>
            <a:ext cx="2625648" cy="7473"/>
          </a:xfrm>
          <a:prstGeom prst="rect">
            <a:avLst/>
          </a:prstGeom>
          <a:solidFill>
            <a:srgbClr val="0A0B2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a:p>
        </p:txBody>
      </p:sp>
      <p:sp>
        <p:nvSpPr>
          <p:cNvPr id="12" name="Text Placeholder 2">
            <a:extLst>
              <a:ext uri="{FF2B5EF4-FFF2-40B4-BE49-F238E27FC236}">
                <a16:creationId xmlns:a16="http://schemas.microsoft.com/office/drawing/2014/main" id="{95D5C79A-9DB8-6701-AAE1-542B7C2EFAF8}"/>
              </a:ext>
            </a:extLst>
          </p:cNvPr>
          <p:cNvSpPr>
            <a:spLocks noGrp="1" noChangeAspect="1"/>
          </p:cNvSpPr>
          <p:nvPr userDrawn="1">
            <p:ph type="body" idx="18"/>
          </p:nvPr>
        </p:nvSpPr>
        <p:spPr>
          <a:xfrm>
            <a:off x="6154092" y="877947"/>
            <a:ext cx="2695894" cy="216616"/>
          </a:xfrm>
          <a:prstGeom prst="rect">
            <a:avLst/>
          </a:prstGeom>
        </p:spPr>
        <p:txBody>
          <a:bodyPr>
            <a:normAutofit/>
          </a:bodyPr>
          <a:lstStyle>
            <a:lvl1pPr marL="0" indent="0">
              <a:buNone/>
              <a:defRPr sz="1000">
                <a:solidFill>
                  <a:schemeClr val="bg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2" name="Text Placeholder 2">
            <a:extLst>
              <a:ext uri="{FF2B5EF4-FFF2-40B4-BE49-F238E27FC236}">
                <a16:creationId xmlns:a16="http://schemas.microsoft.com/office/drawing/2014/main" id="{1CBC8DDD-616C-CC31-8644-D69629738D7B}"/>
              </a:ext>
            </a:extLst>
          </p:cNvPr>
          <p:cNvSpPr>
            <a:spLocks noGrp="1"/>
          </p:cNvSpPr>
          <p:nvPr userDrawn="1">
            <p:ph type="body" sz="quarter" idx="15"/>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lvl1pPr>
          </a:lstStyle>
          <a:p>
            <a:pPr lvl="0"/>
            <a:r>
              <a:rPr lang="en-US" dirty="0"/>
              <a:t>Click to edit Master text styles</a:t>
            </a:r>
          </a:p>
        </p:txBody>
      </p:sp>
      <p:sp>
        <p:nvSpPr>
          <p:cNvPr id="11" name="Content Placeholder 2">
            <a:extLst>
              <a:ext uri="{FF2B5EF4-FFF2-40B4-BE49-F238E27FC236}">
                <a16:creationId xmlns:a16="http://schemas.microsoft.com/office/drawing/2014/main" id="{AD60E462-98F0-C5BA-3107-A7E2F9CABDC1}"/>
              </a:ext>
            </a:extLst>
          </p:cNvPr>
          <p:cNvSpPr>
            <a:spLocks noGrp="1" noChangeAspect="1"/>
          </p:cNvSpPr>
          <p:nvPr userDrawn="1">
            <p:ph idx="21"/>
          </p:nvPr>
        </p:nvSpPr>
        <p:spPr>
          <a:xfrm>
            <a:off x="3303543" y="1246136"/>
            <a:ext cx="2552985" cy="3416857"/>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bg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900">
                <a:solidFill>
                  <a:schemeClr val="bg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bg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700">
                <a:solidFill>
                  <a:schemeClr val="bg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600">
                <a:solidFill>
                  <a:schemeClr val="bg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DCA0A603-369A-EE16-6838-75D9CB12855F}"/>
              </a:ext>
            </a:extLst>
          </p:cNvPr>
          <p:cNvSpPr>
            <a:spLocks noGrp="1" noChangeAspect="1"/>
          </p:cNvSpPr>
          <p:nvPr userDrawn="1">
            <p:ph idx="1"/>
          </p:nvPr>
        </p:nvSpPr>
        <p:spPr>
          <a:xfrm>
            <a:off x="318453" y="1246136"/>
            <a:ext cx="2552985" cy="3416857"/>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bg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900">
                <a:solidFill>
                  <a:schemeClr val="bg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bg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700">
                <a:solidFill>
                  <a:schemeClr val="bg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600">
                <a:solidFill>
                  <a:schemeClr val="bg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726EB69F-54AA-8D77-44A9-2F237490E634}"/>
              </a:ext>
            </a:extLst>
          </p:cNvPr>
          <p:cNvSpPr>
            <a:spLocks noGrp="1" noChangeAspect="1"/>
          </p:cNvSpPr>
          <p:nvPr userDrawn="1">
            <p:ph idx="22"/>
          </p:nvPr>
        </p:nvSpPr>
        <p:spPr>
          <a:xfrm>
            <a:off x="6279446" y="1248203"/>
            <a:ext cx="2552985" cy="3416857"/>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bg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900">
                <a:solidFill>
                  <a:schemeClr val="bg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bg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700">
                <a:solidFill>
                  <a:schemeClr val="bg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600">
                <a:solidFill>
                  <a:schemeClr val="bg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Google Shape;387;p31">
            <a:extLst>
              <a:ext uri="{FF2B5EF4-FFF2-40B4-BE49-F238E27FC236}">
                <a16:creationId xmlns:a16="http://schemas.microsoft.com/office/drawing/2014/main" id="{73AE25A3-322F-7F32-D4ED-A9F3D8694824}"/>
              </a:ext>
            </a:extLst>
          </p:cNvPr>
          <p:cNvSpPr/>
          <p:nvPr userDrawn="1"/>
        </p:nvSpPr>
        <p:spPr>
          <a:xfrm flipH="1">
            <a:off x="318453" y="1092135"/>
            <a:ext cx="2606040" cy="7477"/>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dirty="0"/>
          </a:p>
        </p:txBody>
      </p:sp>
      <p:sp>
        <p:nvSpPr>
          <p:cNvPr id="15" name="Google Shape;387;p31">
            <a:extLst>
              <a:ext uri="{FF2B5EF4-FFF2-40B4-BE49-F238E27FC236}">
                <a16:creationId xmlns:a16="http://schemas.microsoft.com/office/drawing/2014/main" id="{BC3C9510-45C6-3163-9CF2-A99455907846}"/>
              </a:ext>
            </a:extLst>
          </p:cNvPr>
          <p:cNvSpPr/>
          <p:nvPr userDrawn="1"/>
        </p:nvSpPr>
        <p:spPr>
          <a:xfrm flipH="1">
            <a:off x="3276283" y="1092131"/>
            <a:ext cx="2606040" cy="7477"/>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dirty="0"/>
          </a:p>
        </p:txBody>
      </p:sp>
      <p:sp>
        <p:nvSpPr>
          <p:cNvPr id="19" name="Google Shape;387;p31">
            <a:extLst>
              <a:ext uri="{FF2B5EF4-FFF2-40B4-BE49-F238E27FC236}">
                <a16:creationId xmlns:a16="http://schemas.microsoft.com/office/drawing/2014/main" id="{47AA82C4-FD5A-528B-4692-D93D82D2E930}"/>
              </a:ext>
            </a:extLst>
          </p:cNvPr>
          <p:cNvSpPr/>
          <p:nvPr userDrawn="1"/>
        </p:nvSpPr>
        <p:spPr>
          <a:xfrm flipH="1">
            <a:off x="6243946" y="1093258"/>
            <a:ext cx="2606040" cy="7477"/>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dirty="0"/>
          </a:p>
        </p:txBody>
      </p:sp>
    </p:spTree>
    <p:extLst>
      <p:ext uri="{BB962C8B-B14F-4D97-AF65-F5344CB8AC3E}">
        <p14:creationId xmlns:p14="http://schemas.microsoft.com/office/powerpoint/2010/main" val="925675635"/>
      </p:ext>
    </p:extLst>
  </p:cSld>
  <p:clrMapOvr>
    <a:masterClrMapping/>
  </p:clrMapOvr>
  <p:extLst>
    <p:ext uri="{DCECCB84-F9BA-43D5-87BE-67443E8EF086}">
      <p15:sldGuideLst xmlns:p15="http://schemas.microsoft.com/office/powerpoint/2012/main">
        <p15:guide id="2" pos="5644">
          <p15:clr>
            <a:srgbClr val="E46962"/>
          </p15:clr>
        </p15:guide>
        <p15:guide id="3" orient="horz" pos="468" userDrawn="1">
          <p15:clr>
            <a:srgbClr val="E46962"/>
          </p15:clr>
        </p15:guide>
        <p15:guide id="4" orient="horz" pos="2988">
          <p15:clr>
            <a:srgbClr val="FBAE40"/>
          </p15:clr>
        </p15:guide>
        <p15:guide id="6" pos="2928">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ustom Layout 1" preserve="1" userDrawn="1">
  <p:cSld name="Three dark">
    <p:bg>
      <p:bgPr>
        <a:solidFill>
          <a:srgbClr val="FCF8FF">
            <a:alpha val="80000"/>
          </a:srgbClr>
        </a:solidFill>
        <a:effectLst/>
      </p:bgPr>
    </p:bg>
    <p:spTree>
      <p:nvGrpSpPr>
        <p:cNvPr id="1" name="Shape 57"/>
        <p:cNvGrpSpPr/>
        <p:nvPr/>
      </p:nvGrpSpPr>
      <p:grpSpPr>
        <a:xfrm>
          <a:off x="0" y="0"/>
          <a:ext cx="0" cy="0"/>
          <a:chOff x="0" y="0"/>
          <a:chExt cx="0" cy="0"/>
        </a:xfrm>
      </p:grpSpPr>
      <p:sp>
        <p:nvSpPr>
          <p:cNvPr id="58" name="Google Shape;58;p15"/>
          <p:cNvSpPr txBox="1">
            <a:spLocks noGrp="1"/>
          </p:cNvSpPr>
          <p:nvPr>
            <p:ph type="title"/>
          </p:nvPr>
        </p:nvSpPr>
        <p:spPr>
          <a:xfrm>
            <a:off x="1083212" y="253694"/>
            <a:ext cx="4900461"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tx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dk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61" name="Google Shape;61;p15"/>
          <p:cNvSpPr txBox="1">
            <a:spLocks noChangeAspect="1"/>
          </p:cNvSpPr>
          <p:nvPr/>
        </p:nvSpPr>
        <p:spPr>
          <a:xfrm>
            <a:off x="100225" y="4847300"/>
            <a:ext cx="712712"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dk1"/>
              </a:solidFill>
              <a:latin typeface="Poppins"/>
              <a:ea typeface="Poppins"/>
              <a:cs typeface="Poppins"/>
              <a:sym typeface="Poppins"/>
            </a:endParaRPr>
          </a:p>
        </p:txBody>
      </p:sp>
      <p:sp>
        <p:nvSpPr>
          <p:cNvPr id="17" name="Rectangle: Rounded Corners 16">
            <a:extLst>
              <a:ext uri="{FF2B5EF4-FFF2-40B4-BE49-F238E27FC236}">
                <a16:creationId xmlns:a16="http://schemas.microsoft.com/office/drawing/2014/main" id="{753611D5-BFCD-8FD3-3C18-8578FAB839C4}"/>
              </a:ext>
            </a:extLst>
          </p:cNvPr>
          <p:cNvSpPr/>
          <p:nvPr userDrawn="1"/>
        </p:nvSpPr>
        <p:spPr>
          <a:xfrm>
            <a:off x="176213" y="744738"/>
            <a:ext cx="2841307" cy="4000500"/>
          </a:xfrm>
          <a:prstGeom prst="roundRect">
            <a:avLst>
              <a:gd name="adj" fmla="val 3454"/>
            </a:avLst>
          </a:prstGeom>
          <a:solidFill>
            <a:srgbClr val="0A0B2B"/>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Rounded Corners 3">
            <a:extLst>
              <a:ext uri="{FF2B5EF4-FFF2-40B4-BE49-F238E27FC236}">
                <a16:creationId xmlns:a16="http://schemas.microsoft.com/office/drawing/2014/main" id="{0B9F4885-4A43-C970-99CB-A59B4D2DD4A5}"/>
              </a:ext>
            </a:extLst>
          </p:cNvPr>
          <p:cNvSpPr/>
          <p:nvPr userDrawn="1"/>
        </p:nvSpPr>
        <p:spPr>
          <a:xfrm>
            <a:off x="3142366" y="742950"/>
            <a:ext cx="2841307" cy="4000500"/>
          </a:xfrm>
          <a:prstGeom prst="roundRect">
            <a:avLst>
              <a:gd name="adj" fmla="val 3454"/>
            </a:avLst>
          </a:prstGeom>
          <a:solidFill>
            <a:srgbClr val="0A0B2B"/>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8">
            <a:extLst>
              <a:ext uri="{FF2B5EF4-FFF2-40B4-BE49-F238E27FC236}">
                <a16:creationId xmlns:a16="http://schemas.microsoft.com/office/drawing/2014/main" id="{C9798938-1513-B04E-108F-B9E226BBBDB7}"/>
              </a:ext>
            </a:extLst>
          </p:cNvPr>
          <p:cNvSpPr/>
          <p:nvPr userDrawn="1"/>
        </p:nvSpPr>
        <p:spPr>
          <a:xfrm>
            <a:off x="6118269" y="742950"/>
            <a:ext cx="2841307" cy="4000500"/>
          </a:xfrm>
          <a:prstGeom prst="roundRect">
            <a:avLst>
              <a:gd name="adj" fmla="val 3454"/>
            </a:avLst>
          </a:prstGeom>
          <a:solidFill>
            <a:srgbClr val="0A0B2B"/>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 Placeholder 2">
            <a:extLst>
              <a:ext uri="{FF2B5EF4-FFF2-40B4-BE49-F238E27FC236}">
                <a16:creationId xmlns:a16="http://schemas.microsoft.com/office/drawing/2014/main" id="{2F003C1F-5228-B17F-75F4-29D85656CEBE}"/>
              </a:ext>
            </a:extLst>
          </p:cNvPr>
          <p:cNvSpPr>
            <a:spLocks noGrp="1"/>
          </p:cNvSpPr>
          <p:nvPr>
            <p:ph type="body" sz="quarter" idx="15"/>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lvl1pPr>
          </a:lstStyle>
          <a:p>
            <a:pPr lvl="0"/>
            <a:r>
              <a:rPr lang="en-US" dirty="0"/>
              <a:t>Click to edit Master text styles</a:t>
            </a:r>
          </a:p>
        </p:txBody>
      </p:sp>
      <p:sp>
        <p:nvSpPr>
          <p:cNvPr id="8" name="Content Placeholder 2">
            <a:extLst>
              <a:ext uri="{FF2B5EF4-FFF2-40B4-BE49-F238E27FC236}">
                <a16:creationId xmlns:a16="http://schemas.microsoft.com/office/drawing/2014/main" id="{BF4EC602-6FA7-D89B-712C-9C762F086099}"/>
              </a:ext>
            </a:extLst>
          </p:cNvPr>
          <p:cNvSpPr>
            <a:spLocks noGrp="1" noChangeAspect="1"/>
          </p:cNvSpPr>
          <p:nvPr>
            <p:ph idx="21"/>
          </p:nvPr>
        </p:nvSpPr>
        <p:spPr>
          <a:xfrm>
            <a:off x="3303543" y="890646"/>
            <a:ext cx="2552985" cy="3811407"/>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bg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900">
                <a:solidFill>
                  <a:schemeClr val="bg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bg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700">
                <a:solidFill>
                  <a:schemeClr val="bg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600">
                <a:solidFill>
                  <a:schemeClr val="bg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355B7F43-1189-E7F2-DBFC-A5103DC33F4F}"/>
              </a:ext>
            </a:extLst>
          </p:cNvPr>
          <p:cNvSpPr>
            <a:spLocks noGrp="1" noChangeAspect="1"/>
          </p:cNvSpPr>
          <p:nvPr>
            <p:ph idx="1"/>
          </p:nvPr>
        </p:nvSpPr>
        <p:spPr>
          <a:xfrm>
            <a:off x="318453" y="890646"/>
            <a:ext cx="2552985" cy="3811407"/>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bg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900">
                <a:solidFill>
                  <a:schemeClr val="bg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bg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700">
                <a:solidFill>
                  <a:schemeClr val="bg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600">
                <a:solidFill>
                  <a:schemeClr val="bg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a:extLst>
              <a:ext uri="{FF2B5EF4-FFF2-40B4-BE49-F238E27FC236}">
                <a16:creationId xmlns:a16="http://schemas.microsoft.com/office/drawing/2014/main" id="{8DFCFF9E-6953-13D1-910E-AC97DE3D04BE}"/>
              </a:ext>
            </a:extLst>
          </p:cNvPr>
          <p:cNvSpPr>
            <a:spLocks noGrp="1" noChangeAspect="1"/>
          </p:cNvSpPr>
          <p:nvPr>
            <p:ph idx="22"/>
          </p:nvPr>
        </p:nvSpPr>
        <p:spPr>
          <a:xfrm>
            <a:off x="6279446" y="892713"/>
            <a:ext cx="2552985" cy="3811407"/>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bg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900">
                <a:solidFill>
                  <a:schemeClr val="bg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bg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700">
                <a:solidFill>
                  <a:schemeClr val="bg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600">
                <a:solidFill>
                  <a:schemeClr val="bg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12588345"/>
      </p:ext>
    </p:extLst>
  </p:cSld>
  <p:clrMapOvr>
    <a:masterClrMapping/>
  </p:clrMapOvr>
  <p:extLst>
    <p:ext uri="{DCECCB84-F9BA-43D5-87BE-67443E8EF086}">
      <p15:sldGuideLst xmlns:p15="http://schemas.microsoft.com/office/powerpoint/2012/main">
        <p15:guide id="2" pos="5644">
          <p15:clr>
            <a:srgbClr val="E46962"/>
          </p15:clr>
        </p15:guide>
        <p15:guide id="3" orient="horz" pos="468" userDrawn="1">
          <p15:clr>
            <a:srgbClr val="E46962"/>
          </p15:clr>
        </p15:guide>
        <p15:guide id="4" orient="horz" pos="2988">
          <p15:clr>
            <a:srgbClr val="FBAE40"/>
          </p15:clr>
        </p15:guide>
        <p15:guide id="6" pos="2928">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ustom Layout 1" preserve="1" userDrawn="1">
  <p:cSld name="Three dark BG w/subtitle">
    <p:bg>
      <p:bgPr>
        <a:solidFill>
          <a:srgbClr val="0A0B2B"/>
        </a:solidFill>
        <a:effectLst/>
      </p:bgPr>
    </p:bg>
    <p:spTree>
      <p:nvGrpSpPr>
        <p:cNvPr id="1" name="Shape 57"/>
        <p:cNvGrpSpPr/>
        <p:nvPr/>
      </p:nvGrpSpPr>
      <p:grpSpPr>
        <a:xfrm>
          <a:off x="0" y="0"/>
          <a:ext cx="0" cy="0"/>
          <a:chOff x="0" y="0"/>
          <a:chExt cx="0" cy="0"/>
        </a:xfrm>
      </p:grpSpPr>
      <p:sp>
        <p:nvSpPr>
          <p:cNvPr id="58" name="Google Shape;58;p15"/>
          <p:cNvSpPr txBox="1">
            <a:spLocks noGrp="1"/>
          </p:cNvSpPr>
          <p:nvPr>
            <p:ph type="title"/>
          </p:nvPr>
        </p:nvSpPr>
        <p:spPr>
          <a:xfrm>
            <a:off x="1076862" y="253694"/>
            <a:ext cx="4900461"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bg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bg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fld id="{00000000-1234-1234-1234-123412341234}" type="slidenum">
              <a:rPr lang="en" smtClean="0"/>
              <a:pPr/>
              <a:t>‹#›</a:t>
            </a:fld>
            <a:endParaRPr lang="en"/>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61" name="Google Shape;61;p15"/>
          <p:cNvSpPr txBox="1">
            <a:spLocks noChangeAspect="1"/>
          </p:cNvSpPr>
          <p:nvPr/>
        </p:nvSpPr>
        <p:spPr>
          <a:xfrm>
            <a:off x="100225" y="4847300"/>
            <a:ext cx="712712"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bg1"/>
              </a:solidFill>
              <a:latin typeface="Poppins"/>
              <a:ea typeface="Poppins"/>
              <a:cs typeface="Poppins"/>
              <a:sym typeface="Poppins"/>
            </a:endParaRPr>
          </a:p>
        </p:txBody>
      </p:sp>
      <p:sp>
        <p:nvSpPr>
          <p:cNvPr id="17" name="Rectangle: Rounded Corners 16">
            <a:extLst>
              <a:ext uri="{FF2B5EF4-FFF2-40B4-BE49-F238E27FC236}">
                <a16:creationId xmlns:a16="http://schemas.microsoft.com/office/drawing/2014/main" id="{753611D5-BFCD-8FD3-3C18-8578FAB839C4}"/>
              </a:ext>
            </a:extLst>
          </p:cNvPr>
          <p:cNvSpPr/>
          <p:nvPr userDrawn="1"/>
        </p:nvSpPr>
        <p:spPr>
          <a:xfrm>
            <a:off x="176213" y="738388"/>
            <a:ext cx="2841307" cy="4005062"/>
          </a:xfrm>
          <a:prstGeom prst="roundRect">
            <a:avLst>
              <a:gd name="adj" fmla="val 3454"/>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Google Shape;387;p31">
            <a:extLst>
              <a:ext uri="{FF2B5EF4-FFF2-40B4-BE49-F238E27FC236}">
                <a16:creationId xmlns:a16="http://schemas.microsoft.com/office/drawing/2014/main" id="{FE35385D-7ECF-1974-F4B3-B2A0DA0A545E}"/>
              </a:ext>
            </a:extLst>
          </p:cNvPr>
          <p:cNvSpPr/>
          <p:nvPr userDrawn="1"/>
        </p:nvSpPr>
        <p:spPr>
          <a:xfrm flipH="1">
            <a:off x="301059" y="1079451"/>
            <a:ext cx="2625648" cy="7473"/>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a:p>
        </p:txBody>
      </p:sp>
      <p:sp>
        <p:nvSpPr>
          <p:cNvPr id="24" name="Text Placeholder 2">
            <a:extLst>
              <a:ext uri="{FF2B5EF4-FFF2-40B4-BE49-F238E27FC236}">
                <a16:creationId xmlns:a16="http://schemas.microsoft.com/office/drawing/2014/main" id="{C0B47534-CEEA-B0A2-1F01-6874548A6EC5}"/>
              </a:ext>
            </a:extLst>
          </p:cNvPr>
          <p:cNvSpPr>
            <a:spLocks noGrp="1" noChangeAspect="1"/>
          </p:cNvSpPr>
          <p:nvPr userDrawn="1">
            <p:ph type="body" idx="14"/>
          </p:nvPr>
        </p:nvSpPr>
        <p:spPr>
          <a:xfrm>
            <a:off x="212036" y="859415"/>
            <a:ext cx="2695894" cy="216616"/>
          </a:xfrm>
          <a:prstGeom prst="rect">
            <a:avLst/>
          </a:prstGeom>
        </p:spPr>
        <p:txBody>
          <a:bodyPr>
            <a:normAutofit/>
          </a:bodyPr>
          <a:lstStyle>
            <a:lvl1pPr marL="0" indent="0">
              <a:buNone/>
              <a:defRPr sz="1000">
                <a:solidFill>
                  <a:schemeClr val="tx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4" name="Rectangle: Rounded Corners 3">
            <a:extLst>
              <a:ext uri="{FF2B5EF4-FFF2-40B4-BE49-F238E27FC236}">
                <a16:creationId xmlns:a16="http://schemas.microsoft.com/office/drawing/2014/main" id="{0B9F4885-4A43-C970-99CB-A59B4D2DD4A5}"/>
              </a:ext>
            </a:extLst>
          </p:cNvPr>
          <p:cNvSpPr/>
          <p:nvPr userDrawn="1"/>
        </p:nvSpPr>
        <p:spPr>
          <a:xfrm>
            <a:off x="3142366" y="736600"/>
            <a:ext cx="2841307" cy="4005062"/>
          </a:xfrm>
          <a:prstGeom prst="roundRect">
            <a:avLst>
              <a:gd name="adj" fmla="val 3454"/>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Google Shape;387;p31">
            <a:extLst>
              <a:ext uri="{FF2B5EF4-FFF2-40B4-BE49-F238E27FC236}">
                <a16:creationId xmlns:a16="http://schemas.microsoft.com/office/drawing/2014/main" id="{BCCAACBF-4AE1-0B46-6D4F-5463D6CAA084}"/>
              </a:ext>
            </a:extLst>
          </p:cNvPr>
          <p:cNvSpPr/>
          <p:nvPr userDrawn="1"/>
        </p:nvSpPr>
        <p:spPr>
          <a:xfrm flipH="1">
            <a:off x="3267212" y="1077663"/>
            <a:ext cx="2625648" cy="7473"/>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a:p>
        </p:txBody>
      </p:sp>
      <p:sp>
        <p:nvSpPr>
          <p:cNvPr id="7" name="Text Placeholder 2">
            <a:extLst>
              <a:ext uri="{FF2B5EF4-FFF2-40B4-BE49-F238E27FC236}">
                <a16:creationId xmlns:a16="http://schemas.microsoft.com/office/drawing/2014/main" id="{73608493-51EB-091B-5B5D-9B2D72B5A4DD}"/>
              </a:ext>
            </a:extLst>
          </p:cNvPr>
          <p:cNvSpPr>
            <a:spLocks noGrp="1" noChangeAspect="1"/>
          </p:cNvSpPr>
          <p:nvPr userDrawn="1">
            <p:ph type="body" idx="16"/>
          </p:nvPr>
        </p:nvSpPr>
        <p:spPr>
          <a:xfrm>
            <a:off x="3178189" y="857627"/>
            <a:ext cx="2695894" cy="216616"/>
          </a:xfrm>
          <a:prstGeom prst="rect">
            <a:avLst/>
          </a:prstGeom>
        </p:spPr>
        <p:txBody>
          <a:bodyPr>
            <a:normAutofit/>
          </a:bodyPr>
          <a:lstStyle>
            <a:lvl1pPr marL="0" indent="0">
              <a:buNone/>
              <a:defRPr sz="1000">
                <a:solidFill>
                  <a:schemeClr val="tx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9" name="Rectangle: Rounded Corners 8">
            <a:extLst>
              <a:ext uri="{FF2B5EF4-FFF2-40B4-BE49-F238E27FC236}">
                <a16:creationId xmlns:a16="http://schemas.microsoft.com/office/drawing/2014/main" id="{C9798938-1513-B04E-108F-B9E226BBBDB7}"/>
              </a:ext>
            </a:extLst>
          </p:cNvPr>
          <p:cNvSpPr/>
          <p:nvPr userDrawn="1"/>
        </p:nvSpPr>
        <p:spPr>
          <a:xfrm>
            <a:off x="6118269" y="736600"/>
            <a:ext cx="2841307" cy="4005062"/>
          </a:xfrm>
          <a:prstGeom prst="roundRect">
            <a:avLst>
              <a:gd name="adj" fmla="val 3454"/>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Google Shape;387;p31">
            <a:extLst>
              <a:ext uri="{FF2B5EF4-FFF2-40B4-BE49-F238E27FC236}">
                <a16:creationId xmlns:a16="http://schemas.microsoft.com/office/drawing/2014/main" id="{95F5EE2A-EF32-300E-B8FC-4CE4AF70D825}"/>
              </a:ext>
            </a:extLst>
          </p:cNvPr>
          <p:cNvSpPr/>
          <p:nvPr userDrawn="1"/>
        </p:nvSpPr>
        <p:spPr>
          <a:xfrm flipH="1">
            <a:off x="6243115" y="1077663"/>
            <a:ext cx="2625648" cy="7473"/>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a:p>
        </p:txBody>
      </p:sp>
      <p:sp>
        <p:nvSpPr>
          <p:cNvPr id="12" name="Text Placeholder 2">
            <a:extLst>
              <a:ext uri="{FF2B5EF4-FFF2-40B4-BE49-F238E27FC236}">
                <a16:creationId xmlns:a16="http://schemas.microsoft.com/office/drawing/2014/main" id="{95D5C79A-9DB8-6701-AAE1-542B7C2EFAF8}"/>
              </a:ext>
            </a:extLst>
          </p:cNvPr>
          <p:cNvSpPr>
            <a:spLocks noGrp="1" noChangeAspect="1"/>
          </p:cNvSpPr>
          <p:nvPr userDrawn="1">
            <p:ph type="body" idx="18"/>
          </p:nvPr>
        </p:nvSpPr>
        <p:spPr>
          <a:xfrm>
            <a:off x="6154092" y="857627"/>
            <a:ext cx="2695894" cy="216616"/>
          </a:xfrm>
          <a:prstGeom prst="rect">
            <a:avLst/>
          </a:prstGeom>
        </p:spPr>
        <p:txBody>
          <a:bodyPr>
            <a:normAutofit/>
          </a:bodyPr>
          <a:lstStyle>
            <a:lvl1pPr marL="0" indent="0">
              <a:buNone/>
              <a:defRPr sz="1000">
                <a:solidFill>
                  <a:schemeClr val="tx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2" name="Text Placeholder 2">
            <a:extLst>
              <a:ext uri="{FF2B5EF4-FFF2-40B4-BE49-F238E27FC236}">
                <a16:creationId xmlns:a16="http://schemas.microsoft.com/office/drawing/2014/main" id="{4715C5FF-1EE2-8C41-C48A-F5512436C6A4}"/>
              </a:ext>
            </a:extLst>
          </p:cNvPr>
          <p:cNvSpPr>
            <a:spLocks noGrp="1"/>
          </p:cNvSpPr>
          <p:nvPr userDrawn="1">
            <p:ph type="body" sz="quarter" idx="15"/>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solidFill>
                  <a:schemeClr val="bg1"/>
                </a:solidFill>
              </a:defRPr>
            </a:lvl1pPr>
          </a:lstStyle>
          <a:p>
            <a:pPr lvl="0"/>
            <a:r>
              <a:rPr lang="en-US" dirty="0"/>
              <a:t>Click to edit Master text styles</a:t>
            </a:r>
          </a:p>
        </p:txBody>
      </p:sp>
      <p:sp>
        <p:nvSpPr>
          <p:cNvPr id="11" name="Content Placeholder 2">
            <a:extLst>
              <a:ext uri="{FF2B5EF4-FFF2-40B4-BE49-F238E27FC236}">
                <a16:creationId xmlns:a16="http://schemas.microsoft.com/office/drawing/2014/main" id="{EE526711-5492-AF5F-C2A5-724D8805C29B}"/>
              </a:ext>
            </a:extLst>
          </p:cNvPr>
          <p:cNvSpPr>
            <a:spLocks noGrp="1" noChangeAspect="1"/>
          </p:cNvSpPr>
          <p:nvPr userDrawn="1">
            <p:ph idx="21"/>
          </p:nvPr>
        </p:nvSpPr>
        <p:spPr>
          <a:xfrm>
            <a:off x="3303543" y="1205902"/>
            <a:ext cx="2552985" cy="3457259"/>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9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6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a:extLst>
              <a:ext uri="{FF2B5EF4-FFF2-40B4-BE49-F238E27FC236}">
                <a16:creationId xmlns:a16="http://schemas.microsoft.com/office/drawing/2014/main" id="{B26A34FE-326D-ED8F-5453-88DA550C7A45}"/>
              </a:ext>
            </a:extLst>
          </p:cNvPr>
          <p:cNvSpPr>
            <a:spLocks noGrp="1" noChangeAspect="1"/>
          </p:cNvSpPr>
          <p:nvPr userDrawn="1">
            <p:ph idx="1"/>
          </p:nvPr>
        </p:nvSpPr>
        <p:spPr>
          <a:xfrm>
            <a:off x="318453" y="1205902"/>
            <a:ext cx="2552985" cy="3457259"/>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9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6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Content Placeholder 2">
            <a:extLst>
              <a:ext uri="{FF2B5EF4-FFF2-40B4-BE49-F238E27FC236}">
                <a16:creationId xmlns:a16="http://schemas.microsoft.com/office/drawing/2014/main" id="{9AF066AD-E4B3-895F-B4BE-92068BE9E0CC}"/>
              </a:ext>
            </a:extLst>
          </p:cNvPr>
          <p:cNvSpPr>
            <a:spLocks noGrp="1" noChangeAspect="1"/>
          </p:cNvSpPr>
          <p:nvPr userDrawn="1">
            <p:ph idx="22"/>
          </p:nvPr>
        </p:nvSpPr>
        <p:spPr>
          <a:xfrm>
            <a:off x="6279446" y="1207969"/>
            <a:ext cx="2552985" cy="3457259"/>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9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6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14070474"/>
      </p:ext>
    </p:extLst>
  </p:cSld>
  <p:clrMapOvr>
    <a:masterClrMapping/>
  </p:clrMapOvr>
  <p:extLst>
    <p:ext uri="{DCECCB84-F9BA-43D5-87BE-67443E8EF086}">
      <p15:sldGuideLst xmlns:p15="http://schemas.microsoft.com/office/powerpoint/2012/main">
        <p15:guide id="2" pos="5644">
          <p15:clr>
            <a:srgbClr val="E46962"/>
          </p15:clr>
        </p15:guide>
        <p15:guide id="3" orient="horz" pos="468" userDrawn="1">
          <p15:clr>
            <a:srgbClr val="E46962"/>
          </p15:clr>
        </p15:guide>
        <p15:guide id="4" orient="horz" pos="2988">
          <p15:clr>
            <a:srgbClr val="FBAE40"/>
          </p15:clr>
        </p15:guide>
        <p15:guide id="6" pos="2928">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ustom Layout 1" preserve="1" userDrawn="1">
  <p:cSld name="Three dark BG">
    <p:bg>
      <p:bgPr>
        <a:solidFill>
          <a:srgbClr val="0A0B2B"/>
        </a:solidFill>
        <a:effectLst/>
      </p:bgPr>
    </p:bg>
    <p:spTree>
      <p:nvGrpSpPr>
        <p:cNvPr id="1" name="Shape 57"/>
        <p:cNvGrpSpPr/>
        <p:nvPr/>
      </p:nvGrpSpPr>
      <p:grpSpPr>
        <a:xfrm>
          <a:off x="0" y="0"/>
          <a:ext cx="0" cy="0"/>
          <a:chOff x="0" y="0"/>
          <a:chExt cx="0" cy="0"/>
        </a:xfrm>
      </p:grpSpPr>
      <p:sp>
        <p:nvSpPr>
          <p:cNvPr id="58" name="Google Shape;58;p15"/>
          <p:cNvSpPr txBox="1">
            <a:spLocks noGrp="1"/>
          </p:cNvSpPr>
          <p:nvPr>
            <p:ph type="title"/>
          </p:nvPr>
        </p:nvSpPr>
        <p:spPr>
          <a:xfrm>
            <a:off x="1076862" y="253694"/>
            <a:ext cx="4900461"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bg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bg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fld id="{00000000-1234-1234-1234-123412341234}" type="slidenum">
              <a:rPr lang="en" smtClean="0"/>
              <a:pPr/>
              <a:t>‹#›</a:t>
            </a:fld>
            <a:endParaRPr lang="en"/>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61" name="Google Shape;61;p15"/>
          <p:cNvSpPr txBox="1">
            <a:spLocks noChangeAspect="1"/>
          </p:cNvSpPr>
          <p:nvPr/>
        </p:nvSpPr>
        <p:spPr>
          <a:xfrm>
            <a:off x="100225" y="4847300"/>
            <a:ext cx="712712"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bg1"/>
              </a:solidFill>
              <a:latin typeface="Poppins"/>
              <a:ea typeface="Poppins"/>
              <a:cs typeface="Poppins"/>
              <a:sym typeface="Poppins"/>
            </a:endParaRPr>
          </a:p>
        </p:txBody>
      </p:sp>
      <p:sp>
        <p:nvSpPr>
          <p:cNvPr id="17" name="Rectangle: Rounded Corners 16">
            <a:extLst>
              <a:ext uri="{FF2B5EF4-FFF2-40B4-BE49-F238E27FC236}">
                <a16:creationId xmlns:a16="http://schemas.microsoft.com/office/drawing/2014/main" id="{753611D5-BFCD-8FD3-3C18-8578FAB839C4}"/>
              </a:ext>
            </a:extLst>
          </p:cNvPr>
          <p:cNvSpPr/>
          <p:nvPr userDrawn="1"/>
        </p:nvSpPr>
        <p:spPr>
          <a:xfrm>
            <a:off x="176213" y="744738"/>
            <a:ext cx="2841307" cy="4000500"/>
          </a:xfrm>
          <a:prstGeom prst="roundRect">
            <a:avLst>
              <a:gd name="adj" fmla="val 3454"/>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Rounded Corners 3">
            <a:extLst>
              <a:ext uri="{FF2B5EF4-FFF2-40B4-BE49-F238E27FC236}">
                <a16:creationId xmlns:a16="http://schemas.microsoft.com/office/drawing/2014/main" id="{0B9F4885-4A43-C970-99CB-A59B4D2DD4A5}"/>
              </a:ext>
            </a:extLst>
          </p:cNvPr>
          <p:cNvSpPr/>
          <p:nvPr userDrawn="1"/>
        </p:nvSpPr>
        <p:spPr>
          <a:xfrm>
            <a:off x="3142366" y="742950"/>
            <a:ext cx="2841307" cy="4000500"/>
          </a:xfrm>
          <a:prstGeom prst="roundRect">
            <a:avLst>
              <a:gd name="adj" fmla="val 3454"/>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8">
            <a:extLst>
              <a:ext uri="{FF2B5EF4-FFF2-40B4-BE49-F238E27FC236}">
                <a16:creationId xmlns:a16="http://schemas.microsoft.com/office/drawing/2014/main" id="{C9798938-1513-B04E-108F-B9E226BBBDB7}"/>
              </a:ext>
            </a:extLst>
          </p:cNvPr>
          <p:cNvSpPr/>
          <p:nvPr userDrawn="1"/>
        </p:nvSpPr>
        <p:spPr>
          <a:xfrm>
            <a:off x="6118269" y="742950"/>
            <a:ext cx="2841307" cy="4000500"/>
          </a:xfrm>
          <a:prstGeom prst="roundRect">
            <a:avLst>
              <a:gd name="adj" fmla="val 3454"/>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 Placeholder 2">
            <a:extLst>
              <a:ext uri="{FF2B5EF4-FFF2-40B4-BE49-F238E27FC236}">
                <a16:creationId xmlns:a16="http://schemas.microsoft.com/office/drawing/2014/main" id="{3CE031DA-A1D0-D9EA-CEF1-B301E56DFC13}"/>
              </a:ext>
            </a:extLst>
          </p:cNvPr>
          <p:cNvSpPr>
            <a:spLocks noGrp="1"/>
          </p:cNvSpPr>
          <p:nvPr>
            <p:ph type="body" sz="quarter" idx="15"/>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solidFill>
                  <a:schemeClr val="bg1"/>
                </a:solidFill>
              </a:defRPr>
            </a:lvl1pPr>
          </a:lstStyle>
          <a:p>
            <a:pPr lvl="0"/>
            <a:r>
              <a:rPr lang="en-US" dirty="0"/>
              <a:t>Click to edit Master text styles</a:t>
            </a:r>
          </a:p>
        </p:txBody>
      </p:sp>
      <p:sp>
        <p:nvSpPr>
          <p:cNvPr id="8" name="Content Placeholder 2">
            <a:extLst>
              <a:ext uri="{FF2B5EF4-FFF2-40B4-BE49-F238E27FC236}">
                <a16:creationId xmlns:a16="http://schemas.microsoft.com/office/drawing/2014/main" id="{F421CAC5-6E9A-95F7-687F-D1C00AE27E42}"/>
              </a:ext>
            </a:extLst>
          </p:cNvPr>
          <p:cNvSpPr>
            <a:spLocks noGrp="1" noChangeAspect="1"/>
          </p:cNvSpPr>
          <p:nvPr>
            <p:ph idx="21"/>
          </p:nvPr>
        </p:nvSpPr>
        <p:spPr>
          <a:xfrm>
            <a:off x="3303543" y="890646"/>
            <a:ext cx="2552985" cy="3811407"/>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9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6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72BCDDFB-8D79-6C55-0C4E-37571F438BA4}"/>
              </a:ext>
            </a:extLst>
          </p:cNvPr>
          <p:cNvSpPr>
            <a:spLocks noGrp="1" noChangeAspect="1"/>
          </p:cNvSpPr>
          <p:nvPr>
            <p:ph idx="1"/>
          </p:nvPr>
        </p:nvSpPr>
        <p:spPr>
          <a:xfrm>
            <a:off x="318453" y="890646"/>
            <a:ext cx="2552985" cy="3811407"/>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9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6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a:extLst>
              <a:ext uri="{FF2B5EF4-FFF2-40B4-BE49-F238E27FC236}">
                <a16:creationId xmlns:a16="http://schemas.microsoft.com/office/drawing/2014/main" id="{9867B20F-A16E-43BF-CA4B-B58805B7F07B}"/>
              </a:ext>
            </a:extLst>
          </p:cNvPr>
          <p:cNvSpPr>
            <a:spLocks noGrp="1" noChangeAspect="1"/>
          </p:cNvSpPr>
          <p:nvPr>
            <p:ph idx="22"/>
          </p:nvPr>
        </p:nvSpPr>
        <p:spPr>
          <a:xfrm>
            <a:off x="6279446" y="892713"/>
            <a:ext cx="2552985" cy="3811407"/>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9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6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17113484"/>
      </p:ext>
    </p:extLst>
  </p:cSld>
  <p:clrMapOvr>
    <a:masterClrMapping/>
  </p:clrMapOvr>
  <p:extLst>
    <p:ext uri="{DCECCB84-F9BA-43D5-87BE-67443E8EF086}">
      <p15:sldGuideLst xmlns:p15="http://schemas.microsoft.com/office/powerpoint/2012/main">
        <p15:guide id="2" pos="5644">
          <p15:clr>
            <a:srgbClr val="E46962"/>
          </p15:clr>
        </p15:guide>
        <p15:guide id="3" orient="horz" pos="468" userDrawn="1">
          <p15:clr>
            <a:srgbClr val="E46962"/>
          </p15:clr>
        </p15:guide>
        <p15:guide id="4" orient="horz" pos="2988">
          <p15:clr>
            <a:srgbClr val="FBAE40"/>
          </p15:clr>
        </p15:guide>
        <p15:guide id="6" pos="2928">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ustom Layout 1" preserve="1" userDrawn="1">
  <p:cSld name="Two stack w/subtitle">
    <p:bg>
      <p:bgPr>
        <a:solidFill>
          <a:srgbClr val="FCF8FF">
            <a:alpha val="80000"/>
          </a:srgbClr>
        </a:solidFill>
        <a:effectLst/>
      </p:bgPr>
    </p:bg>
    <p:spTree>
      <p:nvGrpSpPr>
        <p:cNvPr id="1" name="Shape 57"/>
        <p:cNvGrpSpPr/>
        <p:nvPr/>
      </p:nvGrpSpPr>
      <p:grpSpPr>
        <a:xfrm>
          <a:off x="0" y="0"/>
          <a:ext cx="0" cy="0"/>
          <a:chOff x="0" y="0"/>
          <a:chExt cx="0" cy="0"/>
        </a:xfrm>
      </p:grpSpPr>
      <p:sp>
        <p:nvSpPr>
          <p:cNvPr id="58" name="Google Shape;58;p15"/>
          <p:cNvSpPr txBox="1">
            <a:spLocks noGrp="1"/>
          </p:cNvSpPr>
          <p:nvPr>
            <p:ph type="title"/>
          </p:nvPr>
        </p:nvSpPr>
        <p:spPr>
          <a:xfrm>
            <a:off x="1076863" y="253694"/>
            <a:ext cx="4866738"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tx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dk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61" name="Google Shape;61;p15"/>
          <p:cNvSpPr txBox="1"/>
          <p:nvPr/>
        </p:nvSpPr>
        <p:spPr>
          <a:xfrm>
            <a:off x="100225" y="4847300"/>
            <a:ext cx="1079700"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600" dirty="0">
              <a:solidFill>
                <a:schemeClr val="dk1"/>
              </a:solidFill>
              <a:latin typeface="Poppins"/>
              <a:ea typeface="Poppins"/>
              <a:cs typeface="Poppins"/>
              <a:sym typeface="Poppins"/>
            </a:endParaRPr>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6" name="Rectangle: Rounded Corners 5">
            <a:extLst>
              <a:ext uri="{FF2B5EF4-FFF2-40B4-BE49-F238E27FC236}">
                <a16:creationId xmlns:a16="http://schemas.microsoft.com/office/drawing/2014/main" id="{8F3146B3-9351-959D-ADA8-7B33359A7BEB}"/>
              </a:ext>
            </a:extLst>
          </p:cNvPr>
          <p:cNvSpPr/>
          <p:nvPr userDrawn="1"/>
        </p:nvSpPr>
        <p:spPr>
          <a:xfrm>
            <a:off x="176212" y="751851"/>
            <a:ext cx="8783637" cy="1933699"/>
          </a:xfrm>
          <a:prstGeom prst="roundRect">
            <a:avLst>
              <a:gd name="adj" fmla="val 6350"/>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Google Shape;387;p31">
            <a:extLst>
              <a:ext uri="{FF2B5EF4-FFF2-40B4-BE49-F238E27FC236}">
                <a16:creationId xmlns:a16="http://schemas.microsoft.com/office/drawing/2014/main" id="{95468A94-276B-AAC5-C3E4-F8A9069F6536}"/>
              </a:ext>
            </a:extLst>
          </p:cNvPr>
          <p:cNvSpPr/>
          <p:nvPr userDrawn="1"/>
        </p:nvSpPr>
        <p:spPr>
          <a:xfrm flipH="1">
            <a:off x="303213" y="1122069"/>
            <a:ext cx="8503920" cy="6900"/>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a:p>
        </p:txBody>
      </p:sp>
      <p:sp>
        <p:nvSpPr>
          <p:cNvPr id="5" name="Rectangle: Rounded Corners 4">
            <a:extLst>
              <a:ext uri="{FF2B5EF4-FFF2-40B4-BE49-F238E27FC236}">
                <a16:creationId xmlns:a16="http://schemas.microsoft.com/office/drawing/2014/main" id="{06FEC253-B7C3-5EF3-5AF5-B4F9A789B4C2}"/>
              </a:ext>
            </a:extLst>
          </p:cNvPr>
          <p:cNvSpPr/>
          <p:nvPr userDrawn="1"/>
        </p:nvSpPr>
        <p:spPr>
          <a:xfrm>
            <a:off x="176212" y="2809263"/>
            <a:ext cx="8776809" cy="1934187"/>
          </a:xfrm>
          <a:prstGeom prst="roundRect">
            <a:avLst>
              <a:gd name="adj" fmla="val 6989"/>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Google Shape;387;p31">
            <a:extLst>
              <a:ext uri="{FF2B5EF4-FFF2-40B4-BE49-F238E27FC236}">
                <a16:creationId xmlns:a16="http://schemas.microsoft.com/office/drawing/2014/main" id="{964DC8E5-832F-C892-9F43-52877FC37070}"/>
              </a:ext>
            </a:extLst>
          </p:cNvPr>
          <p:cNvSpPr/>
          <p:nvPr userDrawn="1"/>
        </p:nvSpPr>
        <p:spPr>
          <a:xfrm flipH="1">
            <a:off x="301065" y="3165194"/>
            <a:ext cx="8503920" cy="6900"/>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dirty="0"/>
          </a:p>
        </p:txBody>
      </p:sp>
      <p:sp>
        <p:nvSpPr>
          <p:cNvPr id="10" name="Content Placeholder 2">
            <a:extLst>
              <a:ext uri="{FF2B5EF4-FFF2-40B4-BE49-F238E27FC236}">
                <a16:creationId xmlns:a16="http://schemas.microsoft.com/office/drawing/2014/main" id="{692A4A8F-02E4-0113-C912-0BD04DC39F65}"/>
              </a:ext>
            </a:extLst>
          </p:cNvPr>
          <p:cNvSpPr>
            <a:spLocks noGrp="1"/>
          </p:cNvSpPr>
          <p:nvPr userDrawn="1">
            <p:ph idx="1"/>
          </p:nvPr>
        </p:nvSpPr>
        <p:spPr>
          <a:xfrm>
            <a:off x="318452" y="1231031"/>
            <a:ext cx="8495041" cy="1226366"/>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9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6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 Placeholder 2">
            <a:extLst>
              <a:ext uri="{FF2B5EF4-FFF2-40B4-BE49-F238E27FC236}">
                <a16:creationId xmlns:a16="http://schemas.microsoft.com/office/drawing/2014/main" id="{BC9DA548-130C-C2D6-CFF2-6F32EA05F2F8}"/>
              </a:ext>
            </a:extLst>
          </p:cNvPr>
          <p:cNvSpPr>
            <a:spLocks noGrp="1"/>
          </p:cNvSpPr>
          <p:nvPr userDrawn="1">
            <p:ph type="body" idx="14"/>
          </p:nvPr>
        </p:nvSpPr>
        <p:spPr>
          <a:xfrm>
            <a:off x="212035" y="903867"/>
            <a:ext cx="8594316" cy="216616"/>
          </a:xfrm>
          <a:prstGeom prst="rect">
            <a:avLst/>
          </a:prstGeom>
        </p:spPr>
        <p:txBody>
          <a:bodyPr>
            <a:normAutofit/>
          </a:bodyPr>
          <a:lstStyle>
            <a:lvl1pPr marL="0" indent="0">
              <a:buNone/>
              <a:defRPr sz="1000">
                <a:solidFill>
                  <a:schemeClr val="tx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19" name="Text Placeholder 2">
            <a:extLst>
              <a:ext uri="{FF2B5EF4-FFF2-40B4-BE49-F238E27FC236}">
                <a16:creationId xmlns:a16="http://schemas.microsoft.com/office/drawing/2014/main" id="{BF2D2BA5-0701-CC25-4094-2D7BB8CD29F5}"/>
              </a:ext>
            </a:extLst>
          </p:cNvPr>
          <p:cNvSpPr>
            <a:spLocks noGrp="1" noChangeAspect="1"/>
          </p:cNvSpPr>
          <p:nvPr userDrawn="1">
            <p:ph type="body" idx="15"/>
          </p:nvPr>
        </p:nvSpPr>
        <p:spPr>
          <a:xfrm>
            <a:off x="212035" y="2940958"/>
            <a:ext cx="8574438" cy="216616"/>
          </a:xfrm>
          <a:prstGeom prst="rect">
            <a:avLst/>
          </a:prstGeom>
        </p:spPr>
        <p:txBody>
          <a:bodyPr>
            <a:normAutofit/>
          </a:bodyPr>
          <a:lstStyle>
            <a:lvl1pPr marL="0" indent="0">
              <a:buNone/>
              <a:defRPr sz="1000">
                <a:solidFill>
                  <a:schemeClr val="tx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2" name="Content Placeholder 2">
            <a:extLst>
              <a:ext uri="{FF2B5EF4-FFF2-40B4-BE49-F238E27FC236}">
                <a16:creationId xmlns:a16="http://schemas.microsoft.com/office/drawing/2014/main" id="{450C3457-840E-F542-273A-FE505D1779CE}"/>
              </a:ext>
            </a:extLst>
          </p:cNvPr>
          <p:cNvSpPr>
            <a:spLocks noGrp="1"/>
          </p:cNvSpPr>
          <p:nvPr>
            <p:ph idx="16"/>
          </p:nvPr>
        </p:nvSpPr>
        <p:spPr>
          <a:xfrm>
            <a:off x="324479" y="3307844"/>
            <a:ext cx="8495041" cy="1206964"/>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9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6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a:extLst>
              <a:ext uri="{FF2B5EF4-FFF2-40B4-BE49-F238E27FC236}">
                <a16:creationId xmlns:a16="http://schemas.microsoft.com/office/drawing/2014/main" id="{4063ACA0-B307-22B6-74D2-51426AAAF86F}"/>
              </a:ext>
            </a:extLst>
          </p:cNvPr>
          <p:cNvSpPr>
            <a:spLocks noGrp="1"/>
          </p:cNvSpPr>
          <p:nvPr>
            <p:ph type="body" sz="quarter" idx="17"/>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lvl1pPr>
          </a:lstStyle>
          <a:p>
            <a:pPr lvl="0"/>
            <a:r>
              <a:rPr lang="en-US" dirty="0"/>
              <a:t>Click to edit Master text styles</a:t>
            </a:r>
          </a:p>
        </p:txBody>
      </p:sp>
    </p:spTree>
    <p:extLst>
      <p:ext uri="{BB962C8B-B14F-4D97-AF65-F5344CB8AC3E}">
        <p14:creationId xmlns:p14="http://schemas.microsoft.com/office/powerpoint/2010/main" val="3275125146"/>
      </p:ext>
    </p:extLst>
  </p:cSld>
  <p:clrMapOvr>
    <a:masterClrMapping/>
  </p:clrMapOvr>
  <p:extLst>
    <p:ext uri="{DCECCB84-F9BA-43D5-87BE-67443E8EF086}">
      <p15:sldGuideLst xmlns:p15="http://schemas.microsoft.com/office/powerpoint/2012/main">
        <p15:guide id="2" pos="5644">
          <p15:clr>
            <a:srgbClr val="E46962"/>
          </p15:clr>
        </p15:guide>
        <p15:guide id="3" orient="horz" pos="156" userDrawn="1">
          <p15:clr>
            <a:srgbClr val="E46962"/>
          </p15:clr>
        </p15:guide>
        <p15:guide id="4" orient="horz" pos="2988">
          <p15:clr>
            <a:srgbClr val="FBAE40"/>
          </p15:clr>
        </p15:guide>
        <p15:guide id="6" pos="2928">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ustom Layout 1" preserve="1" userDrawn="1">
  <p:cSld name="Two stack">
    <p:bg>
      <p:bgPr>
        <a:solidFill>
          <a:srgbClr val="FCF8FF">
            <a:alpha val="80000"/>
          </a:srgbClr>
        </a:solidFill>
        <a:effectLst/>
      </p:bgPr>
    </p:bg>
    <p:spTree>
      <p:nvGrpSpPr>
        <p:cNvPr id="1" name="Shape 57"/>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FA69FDC-C8AA-2149-63D2-7A5D0A407AF5}"/>
              </a:ext>
            </a:extLst>
          </p:cNvPr>
          <p:cNvSpPr/>
          <p:nvPr userDrawn="1"/>
        </p:nvSpPr>
        <p:spPr>
          <a:xfrm>
            <a:off x="176212" y="751851"/>
            <a:ext cx="8783637" cy="1933699"/>
          </a:xfrm>
          <a:prstGeom prst="roundRect">
            <a:avLst>
              <a:gd name="adj" fmla="val 6350"/>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Rounded Corners 6">
            <a:extLst>
              <a:ext uri="{FF2B5EF4-FFF2-40B4-BE49-F238E27FC236}">
                <a16:creationId xmlns:a16="http://schemas.microsoft.com/office/drawing/2014/main" id="{D8E2E758-F579-879E-E515-115C8F7476CF}"/>
              </a:ext>
            </a:extLst>
          </p:cNvPr>
          <p:cNvSpPr/>
          <p:nvPr userDrawn="1"/>
        </p:nvSpPr>
        <p:spPr>
          <a:xfrm>
            <a:off x="176212" y="2809263"/>
            <a:ext cx="8776809" cy="1934187"/>
          </a:xfrm>
          <a:prstGeom prst="roundRect">
            <a:avLst>
              <a:gd name="adj" fmla="val 6989"/>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Google Shape;58;p15"/>
          <p:cNvSpPr txBox="1">
            <a:spLocks noGrp="1"/>
          </p:cNvSpPr>
          <p:nvPr>
            <p:ph type="title"/>
          </p:nvPr>
        </p:nvSpPr>
        <p:spPr>
          <a:xfrm>
            <a:off x="1083213" y="253694"/>
            <a:ext cx="4873088"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tx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dk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61" name="Google Shape;61;p15"/>
          <p:cNvSpPr txBox="1"/>
          <p:nvPr/>
        </p:nvSpPr>
        <p:spPr>
          <a:xfrm>
            <a:off x="100225" y="4847300"/>
            <a:ext cx="1079700"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600" dirty="0">
              <a:solidFill>
                <a:schemeClr val="dk1"/>
              </a:solidFill>
              <a:latin typeface="Poppins"/>
              <a:ea typeface="Poppins"/>
              <a:cs typeface="Poppins"/>
              <a:sym typeface="Poppins"/>
            </a:endParaRPr>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8" name="Text Placeholder 2">
            <a:extLst>
              <a:ext uri="{FF2B5EF4-FFF2-40B4-BE49-F238E27FC236}">
                <a16:creationId xmlns:a16="http://schemas.microsoft.com/office/drawing/2014/main" id="{8249F379-5E0E-3366-51C2-8B9B97D9C4DB}"/>
              </a:ext>
            </a:extLst>
          </p:cNvPr>
          <p:cNvSpPr>
            <a:spLocks noGrp="1"/>
          </p:cNvSpPr>
          <p:nvPr>
            <p:ph type="body" sz="quarter" idx="15"/>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lvl1pPr>
          </a:lstStyle>
          <a:p>
            <a:pPr lvl="0"/>
            <a:r>
              <a:rPr lang="en-US" dirty="0"/>
              <a:t>Click to edit Master text styles</a:t>
            </a:r>
          </a:p>
        </p:txBody>
      </p:sp>
      <p:sp>
        <p:nvSpPr>
          <p:cNvPr id="9" name="Content Placeholder 2">
            <a:extLst>
              <a:ext uri="{FF2B5EF4-FFF2-40B4-BE49-F238E27FC236}">
                <a16:creationId xmlns:a16="http://schemas.microsoft.com/office/drawing/2014/main" id="{CFBD982D-4FA1-3C68-2308-DBE05751F7DF}"/>
              </a:ext>
            </a:extLst>
          </p:cNvPr>
          <p:cNvSpPr>
            <a:spLocks noGrp="1"/>
          </p:cNvSpPr>
          <p:nvPr>
            <p:ph idx="1"/>
          </p:nvPr>
        </p:nvSpPr>
        <p:spPr>
          <a:xfrm>
            <a:off x="317095" y="851163"/>
            <a:ext cx="8495041" cy="1796288"/>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9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6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7643660E-1C36-5F02-51E0-28FB1AEB7580}"/>
              </a:ext>
            </a:extLst>
          </p:cNvPr>
          <p:cNvSpPr>
            <a:spLocks noGrp="1"/>
          </p:cNvSpPr>
          <p:nvPr>
            <p:ph idx="16"/>
          </p:nvPr>
        </p:nvSpPr>
        <p:spPr>
          <a:xfrm>
            <a:off x="317095" y="2920035"/>
            <a:ext cx="8495041" cy="1750741"/>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9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6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32814560"/>
      </p:ext>
    </p:extLst>
  </p:cSld>
  <p:clrMapOvr>
    <a:masterClrMapping/>
  </p:clrMapOvr>
  <p:extLst>
    <p:ext uri="{DCECCB84-F9BA-43D5-87BE-67443E8EF086}">
      <p15:sldGuideLst xmlns:p15="http://schemas.microsoft.com/office/powerpoint/2012/main">
        <p15:guide id="2" pos="5644">
          <p15:clr>
            <a:srgbClr val="E46962"/>
          </p15:clr>
        </p15:guide>
        <p15:guide id="3" orient="horz" pos="156" userDrawn="1">
          <p15:clr>
            <a:srgbClr val="E46962"/>
          </p15:clr>
        </p15:guide>
        <p15:guide id="4" orient="horz" pos="2988">
          <p15:clr>
            <a:srgbClr val="FBAE40"/>
          </p15:clr>
        </p15:guide>
        <p15:guide id="6" pos="2928">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ustom Layout 1" preserve="1" userDrawn="1">
  <p:cSld name="Stack dark w/subtitle">
    <p:bg>
      <p:bgPr>
        <a:solidFill>
          <a:srgbClr val="FCF8FF">
            <a:alpha val="80000"/>
          </a:srgbClr>
        </a:solidFill>
        <a:effectLst/>
      </p:bgPr>
    </p:bg>
    <p:spTree>
      <p:nvGrpSpPr>
        <p:cNvPr id="1" name="Shape 57"/>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A4077F5-879D-72FA-4D35-8B6932F811E3}"/>
              </a:ext>
            </a:extLst>
          </p:cNvPr>
          <p:cNvSpPr/>
          <p:nvPr userDrawn="1"/>
        </p:nvSpPr>
        <p:spPr>
          <a:xfrm>
            <a:off x="176212" y="2809263"/>
            <a:ext cx="8776809" cy="1934187"/>
          </a:xfrm>
          <a:prstGeom prst="roundRect">
            <a:avLst>
              <a:gd name="adj" fmla="val 6989"/>
            </a:avLst>
          </a:prstGeom>
          <a:solidFill>
            <a:srgbClr val="0A0B2B"/>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Rounded Corners 1">
            <a:extLst>
              <a:ext uri="{FF2B5EF4-FFF2-40B4-BE49-F238E27FC236}">
                <a16:creationId xmlns:a16="http://schemas.microsoft.com/office/drawing/2014/main" id="{8A970E5D-768D-7F9B-1DFF-15E53B6C5B7A}"/>
              </a:ext>
            </a:extLst>
          </p:cNvPr>
          <p:cNvSpPr/>
          <p:nvPr userDrawn="1"/>
        </p:nvSpPr>
        <p:spPr>
          <a:xfrm>
            <a:off x="176212" y="751851"/>
            <a:ext cx="8783637" cy="1933699"/>
          </a:xfrm>
          <a:prstGeom prst="roundRect">
            <a:avLst>
              <a:gd name="adj" fmla="val 6350"/>
            </a:avLst>
          </a:prstGeom>
          <a:solidFill>
            <a:srgbClr val="0A0B2B"/>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Google Shape;58;p15"/>
          <p:cNvSpPr txBox="1">
            <a:spLocks noGrp="1"/>
          </p:cNvSpPr>
          <p:nvPr>
            <p:ph type="title"/>
          </p:nvPr>
        </p:nvSpPr>
        <p:spPr>
          <a:xfrm>
            <a:off x="1076863" y="253694"/>
            <a:ext cx="4873088"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tx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dk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61" name="Google Shape;61;p15"/>
          <p:cNvSpPr txBox="1"/>
          <p:nvPr/>
        </p:nvSpPr>
        <p:spPr>
          <a:xfrm>
            <a:off x="100225" y="4847300"/>
            <a:ext cx="1079700"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600" dirty="0">
              <a:solidFill>
                <a:schemeClr val="dk1"/>
              </a:solidFill>
              <a:latin typeface="Poppins"/>
              <a:ea typeface="Poppins"/>
              <a:cs typeface="Poppins"/>
              <a:sym typeface="Poppins"/>
            </a:endParaRPr>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7" name="Google Shape;387;p31">
            <a:extLst>
              <a:ext uri="{FF2B5EF4-FFF2-40B4-BE49-F238E27FC236}">
                <a16:creationId xmlns:a16="http://schemas.microsoft.com/office/drawing/2014/main" id="{95468A94-276B-AAC5-C3E4-F8A9069F6536}"/>
              </a:ext>
            </a:extLst>
          </p:cNvPr>
          <p:cNvSpPr/>
          <p:nvPr userDrawn="1"/>
        </p:nvSpPr>
        <p:spPr>
          <a:xfrm flipH="1">
            <a:off x="303213" y="1122069"/>
            <a:ext cx="8503920" cy="6900"/>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a:p>
        </p:txBody>
      </p:sp>
      <p:sp>
        <p:nvSpPr>
          <p:cNvPr id="8" name="Google Shape;387;p31">
            <a:extLst>
              <a:ext uri="{FF2B5EF4-FFF2-40B4-BE49-F238E27FC236}">
                <a16:creationId xmlns:a16="http://schemas.microsoft.com/office/drawing/2014/main" id="{964DC8E5-832F-C892-9F43-52877FC37070}"/>
              </a:ext>
            </a:extLst>
          </p:cNvPr>
          <p:cNvSpPr/>
          <p:nvPr userDrawn="1"/>
        </p:nvSpPr>
        <p:spPr>
          <a:xfrm flipH="1">
            <a:off x="301065" y="3196882"/>
            <a:ext cx="8503920" cy="6900"/>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dirty="0"/>
          </a:p>
        </p:txBody>
      </p:sp>
      <p:sp>
        <p:nvSpPr>
          <p:cNvPr id="18" name="Text Placeholder 2">
            <a:extLst>
              <a:ext uri="{FF2B5EF4-FFF2-40B4-BE49-F238E27FC236}">
                <a16:creationId xmlns:a16="http://schemas.microsoft.com/office/drawing/2014/main" id="{BC9DA548-130C-C2D6-CFF2-6F32EA05F2F8}"/>
              </a:ext>
            </a:extLst>
          </p:cNvPr>
          <p:cNvSpPr>
            <a:spLocks noGrp="1"/>
          </p:cNvSpPr>
          <p:nvPr userDrawn="1">
            <p:ph type="body" idx="14"/>
          </p:nvPr>
        </p:nvSpPr>
        <p:spPr>
          <a:xfrm>
            <a:off x="212035" y="897241"/>
            <a:ext cx="8594316" cy="216616"/>
          </a:xfrm>
          <a:prstGeom prst="rect">
            <a:avLst/>
          </a:prstGeom>
        </p:spPr>
        <p:txBody>
          <a:bodyPr>
            <a:normAutofit/>
          </a:bodyPr>
          <a:lstStyle>
            <a:lvl1pPr marL="0" indent="0">
              <a:buNone/>
              <a:defRPr sz="1000">
                <a:solidFill>
                  <a:schemeClr val="bg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19" name="Text Placeholder 2">
            <a:extLst>
              <a:ext uri="{FF2B5EF4-FFF2-40B4-BE49-F238E27FC236}">
                <a16:creationId xmlns:a16="http://schemas.microsoft.com/office/drawing/2014/main" id="{BF2D2BA5-0701-CC25-4094-2D7BB8CD29F5}"/>
              </a:ext>
            </a:extLst>
          </p:cNvPr>
          <p:cNvSpPr>
            <a:spLocks noGrp="1" noChangeAspect="1"/>
          </p:cNvSpPr>
          <p:nvPr userDrawn="1">
            <p:ph type="body" idx="15"/>
          </p:nvPr>
        </p:nvSpPr>
        <p:spPr>
          <a:xfrm>
            <a:off x="212035" y="2972646"/>
            <a:ext cx="8574438" cy="216616"/>
          </a:xfrm>
          <a:prstGeom prst="rect">
            <a:avLst/>
          </a:prstGeom>
        </p:spPr>
        <p:txBody>
          <a:bodyPr>
            <a:normAutofit/>
          </a:bodyPr>
          <a:lstStyle>
            <a:lvl1pPr marL="0" indent="0">
              <a:buNone/>
              <a:defRPr sz="1000">
                <a:solidFill>
                  <a:schemeClr val="bg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9" name="Text Placeholder 2">
            <a:extLst>
              <a:ext uri="{FF2B5EF4-FFF2-40B4-BE49-F238E27FC236}">
                <a16:creationId xmlns:a16="http://schemas.microsoft.com/office/drawing/2014/main" id="{6C3D1AD7-F538-4862-5099-B6D904F4DCF4}"/>
              </a:ext>
            </a:extLst>
          </p:cNvPr>
          <p:cNvSpPr>
            <a:spLocks noGrp="1"/>
          </p:cNvSpPr>
          <p:nvPr>
            <p:ph type="body" sz="quarter" idx="17"/>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lvl1pPr>
          </a:lstStyle>
          <a:p>
            <a:pPr lvl="0"/>
            <a:r>
              <a:rPr lang="en-US" dirty="0"/>
              <a:t>Click to edit Master text styles</a:t>
            </a:r>
          </a:p>
        </p:txBody>
      </p:sp>
      <p:sp>
        <p:nvSpPr>
          <p:cNvPr id="10" name="Content Placeholder 2">
            <a:extLst>
              <a:ext uri="{FF2B5EF4-FFF2-40B4-BE49-F238E27FC236}">
                <a16:creationId xmlns:a16="http://schemas.microsoft.com/office/drawing/2014/main" id="{A8B7B2D9-702E-78C9-6B7F-767C4CAAD7D6}"/>
              </a:ext>
            </a:extLst>
          </p:cNvPr>
          <p:cNvSpPr>
            <a:spLocks noGrp="1"/>
          </p:cNvSpPr>
          <p:nvPr>
            <p:ph idx="1"/>
          </p:nvPr>
        </p:nvSpPr>
        <p:spPr>
          <a:xfrm>
            <a:off x="318452" y="1231031"/>
            <a:ext cx="8495041" cy="1395720"/>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bg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900">
                <a:solidFill>
                  <a:schemeClr val="bg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bg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700">
                <a:solidFill>
                  <a:schemeClr val="bg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600">
                <a:solidFill>
                  <a:schemeClr val="bg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a:extLst>
              <a:ext uri="{FF2B5EF4-FFF2-40B4-BE49-F238E27FC236}">
                <a16:creationId xmlns:a16="http://schemas.microsoft.com/office/drawing/2014/main" id="{5A6F391D-65F2-706A-A637-B1ABB51F793F}"/>
              </a:ext>
            </a:extLst>
          </p:cNvPr>
          <p:cNvSpPr>
            <a:spLocks noGrp="1"/>
          </p:cNvSpPr>
          <p:nvPr>
            <p:ph idx="16"/>
          </p:nvPr>
        </p:nvSpPr>
        <p:spPr>
          <a:xfrm>
            <a:off x="324479" y="3333837"/>
            <a:ext cx="8495041" cy="1343271"/>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bg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900">
                <a:solidFill>
                  <a:schemeClr val="bg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bg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700">
                <a:solidFill>
                  <a:schemeClr val="bg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600">
                <a:solidFill>
                  <a:schemeClr val="bg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33124712"/>
      </p:ext>
    </p:extLst>
  </p:cSld>
  <p:clrMapOvr>
    <a:masterClrMapping/>
  </p:clrMapOvr>
  <p:extLst>
    <p:ext uri="{DCECCB84-F9BA-43D5-87BE-67443E8EF086}">
      <p15:sldGuideLst xmlns:p15="http://schemas.microsoft.com/office/powerpoint/2012/main">
        <p15:guide id="2" pos="5644">
          <p15:clr>
            <a:srgbClr val="E46962"/>
          </p15:clr>
        </p15:guide>
        <p15:guide id="3" orient="horz" pos="156" userDrawn="1">
          <p15:clr>
            <a:srgbClr val="E46962"/>
          </p15:clr>
        </p15:guide>
        <p15:guide id="4" orient="horz" pos="2988">
          <p15:clr>
            <a:srgbClr val="FBAE40"/>
          </p15:clr>
        </p15:guide>
        <p15:guide id="6" pos="2928">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ustom Layout 1" preserve="1" userDrawn="1">
  <p:cSld name="Stack dark">
    <p:bg>
      <p:bgPr>
        <a:solidFill>
          <a:srgbClr val="FCF8FF">
            <a:alpha val="80000"/>
          </a:srgbClr>
        </a:solidFill>
        <a:effectLst/>
      </p:bgPr>
    </p:bg>
    <p:spTree>
      <p:nvGrpSpPr>
        <p:cNvPr id="1" name="Shape 57"/>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94DF2C6-8FC6-A6CD-AEE2-1E723BCDEC8A}"/>
              </a:ext>
            </a:extLst>
          </p:cNvPr>
          <p:cNvSpPr/>
          <p:nvPr userDrawn="1"/>
        </p:nvSpPr>
        <p:spPr>
          <a:xfrm>
            <a:off x="176212" y="2809263"/>
            <a:ext cx="8776809" cy="1934187"/>
          </a:xfrm>
          <a:prstGeom prst="roundRect">
            <a:avLst>
              <a:gd name="adj" fmla="val 6989"/>
            </a:avLst>
          </a:prstGeom>
          <a:solidFill>
            <a:srgbClr val="0A0B2B"/>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Rounded Corners 2">
            <a:extLst>
              <a:ext uri="{FF2B5EF4-FFF2-40B4-BE49-F238E27FC236}">
                <a16:creationId xmlns:a16="http://schemas.microsoft.com/office/drawing/2014/main" id="{09BA319E-08F6-51D1-5194-45A1C9501084}"/>
              </a:ext>
            </a:extLst>
          </p:cNvPr>
          <p:cNvSpPr/>
          <p:nvPr userDrawn="1"/>
        </p:nvSpPr>
        <p:spPr>
          <a:xfrm>
            <a:off x="176212" y="751851"/>
            <a:ext cx="8783637" cy="1933699"/>
          </a:xfrm>
          <a:prstGeom prst="roundRect">
            <a:avLst>
              <a:gd name="adj" fmla="val 6350"/>
            </a:avLst>
          </a:prstGeom>
          <a:solidFill>
            <a:srgbClr val="0A0B2B"/>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Google Shape;58;p15"/>
          <p:cNvSpPr txBox="1">
            <a:spLocks noGrp="1"/>
          </p:cNvSpPr>
          <p:nvPr>
            <p:ph type="title"/>
          </p:nvPr>
        </p:nvSpPr>
        <p:spPr>
          <a:xfrm>
            <a:off x="1076863" y="253694"/>
            <a:ext cx="4866738"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tx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dk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61" name="Google Shape;61;p15"/>
          <p:cNvSpPr txBox="1"/>
          <p:nvPr/>
        </p:nvSpPr>
        <p:spPr>
          <a:xfrm>
            <a:off x="100225" y="4847300"/>
            <a:ext cx="1079700"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600" dirty="0">
              <a:solidFill>
                <a:schemeClr val="dk1"/>
              </a:solidFill>
              <a:latin typeface="Poppins"/>
              <a:ea typeface="Poppins"/>
              <a:cs typeface="Poppins"/>
              <a:sym typeface="Poppins"/>
            </a:endParaRPr>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7" name="Text Placeholder 2">
            <a:extLst>
              <a:ext uri="{FF2B5EF4-FFF2-40B4-BE49-F238E27FC236}">
                <a16:creationId xmlns:a16="http://schemas.microsoft.com/office/drawing/2014/main" id="{5054313F-2F90-0FA0-74E1-057979901A0E}"/>
              </a:ext>
            </a:extLst>
          </p:cNvPr>
          <p:cNvSpPr>
            <a:spLocks noGrp="1"/>
          </p:cNvSpPr>
          <p:nvPr>
            <p:ph type="body" sz="quarter" idx="15"/>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lvl1pPr>
          </a:lstStyle>
          <a:p>
            <a:pPr lvl="0"/>
            <a:r>
              <a:rPr lang="en-US" dirty="0"/>
              <a:t>Click to edit Master text styles</a:t>
            </a:r>
          </a:p>
        </p:txBody>
      </p:sp>
      <p:sp>
        <p:nvSpPr>
          <p:cNvPr id="8" name="Content Placeholder 2">
            <a:extLst>
              <a:ext uri="{FF2B5EF4-FFF2-40B4-BE49-F238E27FC236}">
                <a16:creationId xmlns:a16="http://schemas.microsoft.com/office/drawing/2014/main" id="{D4438A88-8377-82FA-6F45-863D3CAC73C8}"/>
              </a:ext>
            </a:extLst>
          </p:cNvPr>
          <p:cNvSpPr>
            <a:spLocks noGrp="1"/>
          </p:cNvSpPr>
          <p:nvPr>
            <p:ph idx="1"/>
          </p:nvPr>
        </p:nvSpPr>
        <p:spPr>
          <a:xfrm>
            <a:off x="318452" y="908050"/>
            <a:ext cx="8495041" cy="1739401"/>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bg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900">
                <a:solidFill>
                  <a:schemeClr val="bg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bg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700">
                <a:solidFill>
                  <a:schemeClr val="bg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600">
                <a:solidFill>
                  <a:schemeClr val="bg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420181DC-4555-5626-E73C-A0A51C7F10CD}"/>
              </a:ext>
            </a:extLst>
          </p:cNvPr>
          <p:cNvSpPr>
            <a:spLocks noGrp="1"/>
          </p:cNvSpPr>
          <p:nvPr>
            <p:ph idx="16"/>
          </p:nvPr>
        </p:nvSpPr>
        <p:spPr>
          <a:xfrm>
            <a:off x="324479" y="2911829"/>
            <a:ext cx="8495041" cy="1787171"/>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bg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900">
                <a:solidFill>
                  <a:schemeClr val="bg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bg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700">
                <a:solidFill>
                  <a:schemeClr val="bg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600">
                <a:solidFill>
                  <a:schemeClr val="bg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75018103"/>
      </p:ext>
    </p:extLst>
  </p:cSld>
  <p:clrMapOvr>
    <a:masterClrMapping/>
  </p:clrMapOvr>
  <p:extLst>
    <p:ext uri="{DCECCB84-F9BA-43D5-87BE-67443E8EF086}">
      <p15:sldGuideLst xmlns:p15="http://schemas.microsoft.com/office/powerpoint/2012/main">
        <p15:guide id="2" pos="5644">
          <p15:clr>
            <a:srgbClr val="E46962"/>
          </p15:clr>
        </p15:guide>
        <p15:guide id="3" orient="horz" pos="156" userDrawn="1">
          <p15:clr>
            <a:srgbClr val="E46962"/>
          </p15:clr>
        </p15:guide>
        <p15:guide id="4" orient="horz" pos="2988">
          <p15:clr>
            <a:srgbClr val="FBAE40"/>
          </p15:clr>
        </p15:guide>
        <p15:guide id="6" pos="2928">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ustom Layout 1" preserve="1" userDrawn="1">
  <p:cSld name="Stack dark BG w/subtitle">
    <p:bg>
      <p:bgPr>
        <a:solidFill>
          <a:srgbClr val="0A0B2B"/>
        </a:solidFill>
        <a:effectLst/>
      </p:bgPr>
    </p:bg>
    <p:spTree>
      <p:nvGrpSpPr>
        <p:cNvPr id="1" name="Shape 57"/>
        <p:cNvGrpSpPr/>
        <p:nvPr/>
      </p:nvGrpSpPr>
      <p:grpSpPr>
        <a:xfrm>
          <a:off x="0" y="0"/>
          <a:ext cx="0" cy="0"/>
          <a:chOff x="0" y="0"/>
          <a:chExt cx="0" cy="0"/>
        </a:xfrm>
      </p:grpSpPr>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bg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fld id="{00000000-1234-1234-1234-123412341234}" type="slidenum">
              <a:rPr lang="en" smtClean="0"/>
              <a:pPr/>
              <a:t>‹#›</a:t>
            </a:fld>
            <a:endParaRPr lang="en"/>
          </a:p>
        </p:txBody>
      </p:sp>
      <p:sp>
        <p:nvSpPr>
          <p:cNvPr id="61" name="Google Shape;61;p15"/>
          <p:cNvSpPr txBox="1"/>
          <p:nvPr/>
        </p:nvSpPr>
        <p:spPr>
          <a:xfrm>
            <a:off x="100225" y="4847300"/>
            <a:ext cx="1079700"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600" dirty="0">
              <a:solidFill>
                <a:schemeClr val="bg1"/>
              </a:solidFill>
              <a:latin typeface="Poppins"/>
              <a:ea typeface="Poppins"/>
              <a:cs typeface="Poppins"/>
              <a:sym typeface="Poppins"/>
            </a:endParaRPr>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13" name="Content Placeholder 2">
            <a:extLst>
              <a:ext uri="{FF2B5EF4-FFF2-40B4-BE49-F238E27FC236}">
                <a16:creationId xmlns:a16="http://schemas.microsoft.com/office/drawing/2014/main" id="{B6EB2D69-69CB-087F-4D95-D0ECCF70523B}"/>
              </a:ext>
            </a:extLst>
          </p:cNvPr>
          <p:cNvSpPr>
            <a:spLocks noGrp="1"/>
          </p:cNvSpPr>
          <p:nvPr>
            <p:ph idx="16"/>
          </p:nvPr>
        </p:nvSpPr>
        <p:spPr>
          <a:xfrm>
            <a:off x="324479" y="3619650"/>
            <a:ext cx="8495041" cy="1226366"/>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9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6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Rectangle: Rounded Corners 1">
            <a:extLst>
              <a:ext uri="{FF2B5EF4-FFF2-40B4-BE49-F238E27FC236}">
                <a16:creationId xmlns:a16="http://schemas.microsoft.com/office/drawing/2014/main" id="{B3EF42D3-19B6-DB5E-D6A0-112E9B4B86F4}"/>
              </a:ext>
            </a:extLst>
          </p:cNvPr>
          <p:cNvSpPr/>
          <p:nvPr userDrawn="1"/>
        </p:nvSpPr>
        <p:spPr>
          <a:xfrm>
            <a:off x="176212" y="751851"/>
            <a:ext cx="8783637" cy="1933699"/>
          </a:xfrm>
          <a:prstGeom prst="roundRect">
            <a:avLst>
              <a:gd name="adj" fmla="val 6350"/>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Google Shape;387;p31">
            <a:extLst>
              <a:ext uri="{FF2B5EF4-FFF2-40B4-BE49-F238E27FC236}">
                <a16:creationId xmlns:a16="http://schemas.microsoft.com/office/drawing/2014/main" id="{87C8EE08-7614-CF89-352C-11745015F145}"/>
              </a:ext>
            </a:extLst>
          </p:cNvPr>
          <p:cNvSpPr/>
          <p:nvPr userDrawn="1"/>
        </p:nvSpPr>
        <p:spPr>
          <a:xfrm flipH="1">
            <a:off x="303213" y="1122069"/>
            <a:ext cx="8503920" cy="6900"/>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a:p>
        </p:txBody>
      </p:sp>
      <p:sp>
        <p:nvSpPr>
          <p:cNvPr id="4" name="Rectangle: Rounded Corners 3">
            <a:extLst>
              <a:ext uri="{FF2B5EF4-FFF2-40B4-BE49-F238E27FC236}">
                <a16:creationId xmlns:a16="http://schemas.microsoft.com/office/drawing/2014/main" id="{EF3BD5F0-F6C4-669C-740D-8ADD2A147A27}"/>
              </a:ext>
            </a:extLst>
          </p:cNvPr>
          <p:cNvSpPr/>
          <p:nvPr userDrawn="1"/>
        </p:nvSpPr>
        <p:spPr>
          <a:xfrm>
            <a:off x="176212" y="2809263"/>
            <a:ext cx="8776809" cy="1934187"/>
          </a:xfrm>
          <a:prstGeom prst="roundRect">
            <a:avLst>
              <a:gd name="adj" fmla="val 6989"/>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Google Shape;387;p31">
            <a:extLst>
              <a:ext uri="{FF2B5EF4-FFF2-40B4-BE49-F238E27FC236}">
                <a16:creationId xmlns:a16="http://schemas.microsoft.com/office/drawing/2014/main" id="{C6A140C4-ED35-65C1-34C4-A2DCC18D0F8A}"/>
              </a:ext>
            </a:extLst>
          </p:cNvPr>
          <p:cNvSpPr/>
          <p:nvPr userDrawn="1"/>
        </p:nvSpPr>
        <p:spPr>
          <a:xfrm flipH="1">
            <a:off x="301065" y="3165194"/>
            <a:ext cx="8503920" cy="6900"/>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dirty="0"/>
          </a:p>
        </p:txBody>
      </p:sp>
      <p:sp>
        <p:nvSpPr>
          <p:cNvPr id="11" name="Content Placeholder 2">
            <a:extLst>
              <a:ext uri="{FF2B5EF4-FFF2-40B4-BE49-F238E27FC236}">
                <a16:creationId xmlns:a16="http://schemas.microsoft.com/office/drawing/2014/main" id="{C1083CE3-1D75-9366-1855-D3363B278AB4}"/>
              </a:ext>
            </a:extLst>
          </p:cNvPr>
          <p:cNvSpPr>
            <a:spLocks noGrp="1"/>
          </p:cNvSpPr>
          <p:nvPr>
            <p:ph idx="1"/>
          </p:nvPr>
        </p:nvSpPr>
        <p:spPr>
          <a:xfrm>
            <a:off x="318452" y="1231031"/>
            <a:ext cx="8495041" cy="1226366"/>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9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6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2">
            <a:extLst>
              <a:ext uri="{FF2B5EF4-FFF2-40B4-BE49-F238E27FC236}">
                <a16:creationId xmlns:a16="http://schemas.microsoft.com/office/drawing/2014/main" id="{DFA4560E-CAFF-05A5-112E-8CD651D30446}"/>
              </a:ext>
            </a:extLst>
          </p:cNvPr>
          <p:cNvSpPr>
            <a:spLocks noGrp="1"/>
          </p:cNvSpPr>
          <p:nvPr>
            <p:ph type="body" idx="14"/>
          </p:nvPr>
        </p:nvSpPr>
        <p:spPr>
          <a:xfrm>
            <a:off x="212035" y="903867"/>
            <a:ext cx="8594316" cy="216616"/>
          </a:xfrm>
          <a:prstGeom prst="rect">
            <a:avLst/>
          </a:prstGeom>
        </p:spPr>
        <p:txBody>
          <a:bodyPr>
            <a:normAutofit/>
          </a:bodyPr>
          <a:lstStyle>
            <a:lvl1pPr marL="0" indent="0">
              <a:buNone/>
              <a:defRPr sz="1000">
                <a:solidFill>
                  <a:schemeClr val="tx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15" name="Text Placeholder 2">
            <a:extLst>
              <a:ext uri="{FF2B5EF4-FFF2-40B4-BE49-F238E27FC236}">
                <a16:creationId xmlns:a16="http://schemas.microsoft.com/office/drawing/2014/main" id="{E9449270-8420-EAA8-C793-18562EE33419}"/>
              </a:ext>
            </a:extLst>
          </p:cNvPr>
          <p:cNvSpPr>
            <a:spLocks noGrp="1" noChangeAspect="1"/>
          </p:cNvSpPr>
          <p:nvPr>
            <p:ph type="body" idx="15"/>
          </p:nvPr>
        </p:nvSpPr>
        <p:spPr>
          <a:xfrm>
            <a:off x="212035" y="2940958"/>
            <a:ext cx="8574438" cy="216616"/>
          </a:xfrm>
          <a:prstGeom prst="rect">
            <a:avLst/>
          </a:prstGeom>
        </p:spPr>
        <p:txBody>
          <a:bodyPr>
            <a:normAutofit/>
          </a:bodyPr>
          <a:lstStyle>
            <a:lvl1pPr marL="0" indent="0">
              <a:buNone/>
              <a:defRPr sz="1000">
                <a:solidFill>
                  <a:schemeClr val="tx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16" name="Content Placeholder 2">
            <a:extLst>
              <a:ext uri="{FF2B5EF4-FFF2-40B4-BE49-F238E27FC236}">
                <a16:creationId xmlns:a16="http://schemas.microsoft.com/office/drawing/2014/main" id="{D15DBD7F-9A7B-EF2F-F25E-041D256F07FE}"/>
              </a:ext>
            </a:extLst>
          </p:cNvPr>
          <p:cNvSpPr>
            <a:spLocks noGrp="1"/>
          </p:cNvSpPr>
          <p:nvPr>
            <p:ph idx="18"/>
          </p:nvPr>
        </p:nvSpPr>
        <p:spPr>
          <a:xfrm>
            <a:off x="324479" y="3307844"/>
            <a:ext cx="8495041" cy="1206964"/>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9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6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Google Shape;58;p15">
            <a:extLst>
              <a:ext uri="{FF2B5EF4-FFF2-40B4-BE49-F238E27FC236}">
                <a16:creationId xmlns:a16="http://schemas.microsoft.com/office/drawing/2014/main" id="{56399BB2-149F-61FA-9725-F2D573E2C949}"/>
              </a:ext>
            </a:extLst>
          </p:cNvPr>
          <p:cNvSpPr txBox="1">
            <a:spLocks noGrp="1"/>
          </p:cNvSpPr>
          <p:nvPr>
            <p:ph type="title"/>
          </p:nvPr>
        </p:nvSpPr>
        <p:spPr>
          <a:xfrm>
            <a:off x="1076863" y="253694"/>
            <a:ext cx="4866738"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bg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20" name="Text Placeholder 2">
            <a:extLst>
              <a:ext uri="{FF2B5EF4-FFF2-40B4-BE49-F238E27FC236}">
                <a16:creationId xmlns:a16="http://schemas.microsoft.com/office/drawing/2014/main" id="{F0ABDE02-2B7D-7C6F-2766-E6AEF3DFB1EE}"/>
              </a:ext>
            </a:extLst>
          </p:cNvPr>
          <p:cNvSpPr>
            <a:spLocks noGrp="1"/>
          </p:cNvSpPr>
          <p:nvPr>
            <p:ph type="body" sz="quarter" idx="19"/>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solidFill>
                  <a:schemeClr val="bg1"/>
                </a:solidFill>
              </a:defRPr>
            </a:lvl1pPr>
          </a:lstStyle>
          <a:p>
            <a:pPr lvl="0"/>
            <a:r>
              <a:rPr lang="en-US" dirty="0"/>
              <a:t>Click to edit Master text styles</a:t>
            </a:r>
          </a:p>
        </p:txBody>
      </p:sp>
    </p:spTree>
    <p:extLst>
      <p:ext uri="{BB962C8B-B14F-4D97-AF65-F5344CB8AC3E}">
        <p14:creationId xmlns:p14="http://schemas.microsoft.com/office/powerpoint/2010/main" val="1107310807"/>
      </p:ext>
    </p:extLst>
  </p:cSld>
  <p:clrMapOvr>
    <a:masterClrMapping/>
  </p:clrMapOvr>
  <p:extLst>
    <p:ext uri="{DCECCB84-F9BA-43D5-87BE-67443E8EF086}">
      <p15:sldGuideLst xmlns:p15="http://schemas.microsoft.com/office/powerpoint/2012/main">
        <p15:guide id="2" pos="5644">
          <p15:clr>
            <a:srgbClr val="E46962"/>
          </p15:clr>
        </p15:guide>
        <p15:guide id="3" orient="horz" pos="2772" userDrawn="1">
          <p15:clr>
            <a:srgbClr val="E46962"/>
          </p15:clr>
        </p15:guide>
        <p15:guide id="4" orient="horz" pos="2988">
          <p15:clr>
            <a:srgbClr val="FBAE40"/>
          </p15:clr>
        </p15:guide>
        <p15:guide id="6" pos="2928">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ustom Layout 1" preserve="1" userDrawn="1">
  <p:cSld name="Stack dark BG">
    <p:bg>
      <p:bgPr>
        <a:solidFill>
          <a:srgbClr val="0A0B2B"/>
        </a:solidFill>
        <a:effectLst/>
      </p:bgPr>
    </p:bg>
    <p:spTree>
      <p:nvGrpSpPr>
        <p:cNvPr id="1" name="Shape 57"/>
        <p:cNvGrpSpPr/>
        <p:nvPr/>
      </p:nvGrpSpPr>
      <p:grpSpPr>
        <a:xfrm>
          <a:off x="0" y="0"/>
          <a:ext cx="0" cy="0"/>
          <a:chOff x="0" y="0"/>
          <a:chExt cx="0" cy="0"/>
        </a:xfrm>
      </p:grpSpPr>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bg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fld id="{00000000-1234-1234-1234-123412341234}" type="slidenum">
              <a:rPr lang="en" smtClean="0"/>
              <a:pPr/>
              <a:t>‹#›</a:t>
            </a:fld>
            <a:endParaRPr lang="en"/>
          </a:p>
        </p:txBody>
      </p:sp>
      <p:sp>
        <p:nvSpPr>
          <p:cNvPr id="61" name="Google Shape;61;p15"/>
          <p:cNvSpPr txBox="1"/>
          <p:nvPr/>
        </p:nvSpPr>
        <p:spPr>
          <a:xfrm>
            <a:off x="100225" y="4847300"/>
            <a:ext cx="1079700"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600" dirty="0">
              <a:solidFill>
                <a:schemeClr val="bg1"/>
              </a:solidFill>
              <a:latin typeface="Poppins"/>
              <a:ea typeface="Poppins"/>
              <a:cs typeface="Poppins"/>
              <a:sym typeface="Poppins"/>
            </a:endParaRPr>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2" name="Rectangle: Rounded Corners 1">
            <a:extLst>
              <a:ext uri="{FF2B5EF4-FFF2-40B4-BE49-F238E27FC236}">
                <a16:creationId xmlns:a16="http://schemas.microsoft.com/office/drawing/2014/main" id="{9E9BA644-941A-755B-6DD3-63944DE7B6AB}"/>
              </a:ext>
            </a:extLst>
          </p:cNvPr>
          <p:cNvSpPr/>
          <p:nvPr userDrawn="1"/>
        </p:nvSpPr>
        <p:spPr>
          <a:xfrm>
            <a:off x="176212" y="751851"/>
            <a:ext cx="8783637" cy="1933699"/>
          </a:xfrm>
          <a:prstGeom prst="roundRect">
            <a:avLst>
              <a:gd name="adj" fmla="val 6350"/>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Rounded Corners 2">
            <a:extLst>
              <a:ext uri="{FF2B5EF4-FFF2-40B4-BE49-F238E27FC236}">
                <a16:creationId xmlns:a16="http://schemas.microsoft.com/office/drawing/2014/main" id="{AF259DE0-DFD7-CAD4-84E9-A182D8DCCB58}"/>
              </a:ext>
            </a:extLst>
          </p:cNvPr>
          <p:cNvSpPr/>
          <p:nvPr userDrawn="1"/>
        </p:nvSpPr>
        <p:spPr>
          <a:xfrm>
            <a:off x="176212" y="2809263"/>
            <a:ext cx="8776809" cy="1934187"/>
          </a:xfrm>
          <a:prstGeom prst="roundRect">
            <a:avLst>
              <a:gd name="adj" fmla="val 6989"/>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2">
            <a:extLst>
              <a:ext uri="{FF2B5EF4-FFF2-40B4-BE49-F238E27FC236}">
                <a16:creationId xmlns:a16="http://schemas.microsoft.com/office/drawing/2014/main" id="{F2E9572C-AE2C-E8DA-A0D9-D4B74241D98F}"/>
              </a:ext>
            </a:extLst>
          </p:cNvPr>
          <p:cNvSpPr>
            <a:spLocks noGrp="1"/>
          </p:cNvSpPr>
          <p:nvPr>
            <p:ph idx="1"/>
          </p:nvPr>
        </p:nvSpPr>
        <p:spPr>
          <a:xfrm>
            <a:off x="317095" y="851163"/>
            <a:ext cx="8495041" cy="1796288"/>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9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6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E8CA08D8-6402-6B8A-42A2-8F3B0F222CC8}"/>
              </a:ext>
            </a:extLst>
          </p:cNvPr>
          <p:cNvSpPr>
            <a:spLocks noGrp="1"/>
          </p:cNvSpPr>
          <p:nvPr>
            <p:ph idx="16"/>
          </p:nvPr>
        </p:nvSpPr>
        <p:spPr>
          <a:xfrm>
            <a:off x="317095" y="2920035"/>
            <a:ext cx="8495041" cy="1750741"/>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tx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defRPr sz="900">
                <a:solidFill>
                  <a:schemeClr val="tx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tx1"/>
                </a:solidFill>
                <a:latin typeface="Poppins" panose="00000500000000000000" pitchFamily="2" charset="0"/>
                <a:cs typeface="Poppins" panose="00000500000000000000" pitchFamily="2" charset="0"/>
              </a:defRPr>
            </a:lvl3pPr>
            <a:lvl4pPr marL="569913" indent="-173038">
              <a:lnSpc>
                <a:spcPct val="110000"/>
              </a:lnSpc>
              <a:spcBef>
                <a:spcPts val="400"/>
              </a:spcBef>
              <a:buClr>
                <a:schemeClr val="accent6"/>
              </a:buClr>
              <a:buFont typeface="Poppins" panose="00000500000000000000" pitchFamily="2" charset="0"/>
              <a:buChar char="&gt;"/>
              <a:defRPr sz="700">
                <a:solidFill>
                  <a:schemeClr val="tx1"/>
                </a:solidFill>
                <a:latin typeface="Poppins" panose="00000500000000000000" pitchFamily="2" charset="0"/>
                <a:cs typeface="Poppins" panose="00000500000000000000" pitchFamily="2" charset="0"/>
              </a:defRPr>
            </a:lvl4pPr>
            <a:lvl5pPr marL="741363" indent="-171450">
              <a:lnSpc>
                <a:spcPct val="110000"/>
              </a:lnSpc>
              <a:spcBef>
                <a:spcPts val="400"/>
              </a:spcBef>
              <a:buClr>
                <a:schemeClr val="accent5"/>
              </a:buClr>
              <a:buFont typeface="Poppins" panose="00000500000000000000" pitchFamily="2" charset="0"/>
              <a:buChar char="&gt;"/>
              <a:defRPr sz="600">
                <a:solidFill>
                  <a:schemeClr val="tx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Google Shape;58;p15">
            <a:extLst>
              <a:ext uri="{FF2B5EF4-FFF2-40B4-BE49-F238E27FC236}">
                <a16:creationId xmlns:a16="http://schemas.microsoft.com/office/drawing/2014/main" id="{00EA4E99-1701-0462-33FD-F0F0167F9EFA}"/>
              </a:ext>
            </a:extLst>
          </p:cNvPr>
          <p:cNvSpPr txBox="1">
            <a:spLocks noGrp="1"/>
          </p:cNvSpPr>
          <p:nvPr>
            <p:ph type="title"/>
          </p:nvPr>
        </p:nvSpPr>
        <p:spPr>
          <a:xfrm>
            <a:off x="1076863" y="253694"/>
            <a:ext cx="4866738"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bg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12" name="Text Placeholder 2">
            <a:extLst>
              <a:ext uri="{FF2B5EF4-FFF2-40B4-BE49-F238E27FC236}">
                <a16:creationId xmlns:a16="http://schemas.microsoft.com/office/drawing/2014/main" id="{D9C77D2D-97F9-FB31-F485-47B31DBD5A3A}"/>
              </a:ext>
            </a:extLst>
          </p:cNvPr>
          <p:cNvSpPr>
            <a:spLocks noGrp="1"/>
          </p:cNvSpPr>
          <p:nvPr>
            <p:ph type="body" sz="quarter" idx="17"/>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solidFill>
                  <a:schemeClr val="bg1"/>
                </a:solidFill>
              </a:defRPr>
            </a:lvl1pPr>
          </a:lstStyle>
          <a:p>
            <a:pPr lvl="0"/>
            <a:r>
              <a:rPr lang="en-US" dirty="0"/>
              <a:t>Click to edit Master text styles</a:t>
            </a:r>
          </a:p>
        </p:txBody>
      </p:sp>
    </p:spTree>
    <p:extLst>
      <p:ext uri="{BB962C8B-B14F-4D97-AF65-F5344CB8AC3E}">
        <p14:creationId xmlns:p14="http://schemas.microsoft.com/office/powerpoint/2010/main" val="835619361"/>
      </p:ext>
    </p:extLst>
  </p:cSld>
  <p:clrMapOvr>
    <a:masterClrMapping/>
  </p:clrMapOvr>
  <p:extLst>
    <p:ext uri="{DCECCB84-F9BA-43D5-87BE-67443E8EF086}">
      <p15:sldGuideLst xmlns:p15="http://schemas.microsoft.com/office/powerpoint/2012/main">
        <p15:guide id="2" pos="5644">
          <p15:clr>
            <a:srgbClr val="E46962"/>
          </p15:clr>
        </p15:guide>
        <p15:guide id="3" orient="horz" pos="804">
          <p15:clr>
            <a:srgbClr val="E46962"/>
          </p15:clr>
        </p15:guide>
        <p15:guide id="4" orient="horz" pos="2988">
          <p15:clr>
            <a:srgbClr val="FBAE40"/>
          </p15:clr>
        </p15:guide>
        <p15:guide id="6" pos="2928">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ustom Layout 1" preserve="1" userDrawn="1">
  <p:cSld name="Two left small w/subtitle">
    <p:bg>
      <p:bgPr>
        <a:solidFill>
          <a:srgbClr val="FCF8FF">
            <a:alpha val="80000"/>
          </a:srgbClr>
        </a:solidFill>
        <a:effectLst/>
      </p:bgPr>
    </p:bg>
    <p:spTree>
      <p:nvGrpSpPr>
        <p:cNvPr id="1" name="Shape 57"/>
        <p:cNvGrpSpPr/>
        <p:nvPr/>
      </p:nvGrpSpPr>
      <p:grpSpPr>
        <a:xfrm>
          <a:off x="0" y="0"/>
          <a:ext cx="0" cy="0"/>
          <a:chOff x="0" y="0"/>
          <a:chExt cx="0" cy="0"/>
        </a:xfrm>
      </p:grpSpPr>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dk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61" name="Google Shape;61;p15"/>
          <p:cNvSpPr txBox="1"/>
          <p:nvPr/>
        </p:nvSpPr>
        <p:spPr>
          <a:xfrm>
            <a:off x="100225" y="4847300"/>
            <a:ext cx="1079700"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dk1"/>
              </a:solidFill>
              <a:latin typeface="Poppins"/>
              <a:ea typeface="Poppins"/>
              <a:cs typeface="Poppins"/>
              <a:sym typeface="Poppins"/>
            </a:endParaRPr>
          </a:p>
        </p:txBody>
      </p:sp>
      <p:sp>
        <p:nvSpPr>
          <p:cNvPr id="6" name="Rectangle: Rounded Corners 5">
            <a:extLst>
              <a:ext uri="{FF2B5EF4-FFF2-40B4-BE49-F238E27FC236}">
                <a16:creationId xmlns:a16="http://schemas.microsoft.com/office/drawing/2014/main" id="{8F3146B3-9351-959D-ADA8-7B33359A7BEB}"/>
              </a:ext>
            </a:extLst>
          </p:cNvPr>
          <p:cNvSpPr/>
          <p:nvPr userDrawn="1"/>
        </p:nvSpPr>
        <p:spPr>
          <a:xfrm>
            <a:off x="176213" y="745500"/>
            <a:ext cx="2803207" cy="3997950"/>
          </a:xfrm>
          <a:prstGeom prst="roundRect">
            <a:avLst>
              <a:gd name="adj" fmla="val 4219"/>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Google Shape;387;p31">
            <a:extLst>
              <a:ext uri="{FF2B5EF4-FFF2-40B4-BE49-F238E27FC236}">
                <a16:creationId xmlns:a16="http://schemas.microsoft.com/office/drawing/2014/main" id="{95468A94-276B-AAC5-C3E4-F8A9069F6536}"/>
              </a:ext>
            </a:extLst>
          </p:cNvPr>
          <p:cNvSpPr/>
          <p:nvPr userDrawn="1"/>
        </p:nvSpPr>
        <p:spPr>
          <a:xfrm flipH="1">
            <a:off x="306947" y="1101431"/>
            <a:ext cx="2514600" cy="6900"/>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dirty="0"/>
          </a:p>
        </p:txBody>
      </p:sp>
      <p:sp>
        <p:nvSpPr>
          <p:cNvPr id="5" name="Rectangle: Rounded Corners 4">
            <a:extLst>
              <a:ext uri="{FF2B5EF4-FFF2-40B4-BE49-F238E27FC236}">
                <a16:creationId xmlns:a16="http://schemas.microsoft.com/office/drawing/2014/main" id="{06FEC253-B7C3-5EF3-5AF5-B4F9A789B4C2}"/>
              </a:ext>
            </a:extLst>
          </p:cNvPr>
          <p:cNvSpPr/>
          <p:nvPr userDrawn="1"/>
        </p:nvSpPr>
        <p:spPr>
          <a:xfrm>
            <a:off x="3121660" y="745500"/>
            <a:ext cx="5838505" cy="3997950"/>
          </a:xfrm>
          <a:prstGeom prst="roundRect">
            <a:avLst>
              <a:gd name="adj" fmla="val 3454"/>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Google Shape;387;p31">
            <a:extLst>
              <a:ext uri="{FF2B5EF4-FFF2-40B4-BE49-F238E27FC236}">
                <a16:creationId xmlns:a16="http://schemas.microsoft.com/office/drawing/2014/main" id="{964DC8E5-832F-C892-9F43-52877FC37070}"/>
              </a:ext>
            </a:extLst>
          </p:cNvPr>
          <p:cNvSpPr/>
          <p:nvPr userDrawn="1"/>
        </p:nvSpPr>
        <p:spPr>
          <a:xfrm flipH="1">
            <a:off x="3303532" y="1101431"/>
            <a:ext cx="5486400" cy="6900"/>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dirty="0"/>
          </a:p>
        </p:txBody>
      </p:sp>
      <p:sp>
        <p:nvSpPr>
          <p:cNvPr id="10" name="Content Placeholder 2">
            <a:extLst>
              <a:ext uri="{FF2B5EF4-FFF2-40B4-BE49-F238E27FC236}">
                <a16:creationId xmlns:a16="http://schemas.microsoft.com/office/drawing/2014/main" id="{692A4A8F-02E4-0113-C912-0BD04DC39F65}"/>
              </a:ext>
            </a:extLst>
          </p:cNvPr>
          <p:cNvSpPr>
            <a:spLocks noGrp="1"/>
          </p:cNvSpPr>
          <p:nvPr userDrawn="1">
            <p:ph idx="1"/>
          </p:nvPr>
        </p:nvSpPr>
        <p:spPr>
          <a:xfrm>
            <a:off x="318453" y="1210392"/>
            <a:ext cx="2523807" cy="3408713"/>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tabLst>
                <a:tab pos="231775" algn="l"/>
                <a:tab pos="1371600" algn="l"/>
              </a:tabLst>
              <a:defRPr sz="900">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latin typeface="Poppins" panose="00000500000000000000" pitchFamily="2" charset="0"/>
                <a:cs typeface="Poppins" panose="00000500000000000000" pitchFamily="2" charset="0"/>
              </a:defRPr>
            </a:lvl3pPr>
            <a:lvl4pPr marL="569913" indent="-168275">
              <a:lnSpc>
                <a:spcPct val="110000"/>
              </a:lnSpc>
              <a:spcBef>
                <a:spcPts val="400"/>
              </a:spcBef>
              <a:buClr>
                <a:schemeClr val="accent6"/>
              </a:buClr>
              <a:buFont typeface="Poppins" panose="00000500000000000000" pitchFamily="2" charset="0"/>
              <a:buChar char="&gt;"/>
              <a:defRPr sz="700">
                <a:latin typeface="Poppins" panose="00000500000000000000" pitchFamily="2" charset="0"/>
                <a:cs typeface="Poppins" panose="00000500000000000000" pitchFamily="2" charset="0"/>
              </a:defRPr>
            </a:lvl4pPr>
            <a:lvl5pPr marL="741363" indent="-174625">
              <a:lnSpc>
                <a:spcPct val="110000"/>
              </a:lnSpc>
              <a:spcBef>
                <a:spcPts val="400"/>
              </a:spcBef>
              <a:buClr>
                <a:schemeClr val="accent5"/>
              </a:buClr>
              <a:buFont typeface="Poppins" panose="00000500000000000000" pitchFamily="2" charset="0"/>
              <a:buChar char="&gt;"/>
              <a:defRPr sz="600">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a:extLst>
              <a:ext uri="{FF2B5EF4-FFF2-40B4-BE49-F238E27FC236}">
                <a16:creationId xmlns:a16="http://schemas.microsoft.com/office/drawing/2014/main" id="{4D8BF979-EE76-DBEB-F683-85D541FEFB81}"/>
              </a:ext>
            </a:extLst>
          </p:cNvPr>
          <p:cNvSpPr>
            <a:spLocks noGrp="1"/>
          </p:cNvSpPr>
          <p:nvPr userDrawn="1">
            <p:ph idx="13"/>
          </p:nvPr>
        </p:nvSpPr>
        <p:spPr>
          <a:xfrm>
            <a:off x="3316232" y="1210392"/>
            <a:ext cx="5497263" cy="3408713"/>
          </a:xfrm>
          <a:prstGeom prst="rect">
            <a:avLst/>
          </a:prstGeom>
        </p:spPr>
        <p:txBody>
          <a:bodyPr/>
          <a:lstStyle>
            <a:lvl1pPr marL="2286" indent="0" algn="just">
              <a:lnSpc>
                <a:spcPct val="110000"/>
              </a:lnSpc>
              <a:spcBef>
                <a:spcPts val="400"/>
              </a:spcBef>
              <a:buClr>
                <a:schemeClr val="bg2"/>
              </a:buClr>
              <a:buFont typeface="Poppins" panose="00000500000000000000" pitchFamily="2" charset="0"/>
              <a:buNone/>
              <a:defRPr sz="1000">
                <a:latin typeface="Poppins" panose="00000500000000000000" pitchFamily="2" charset="0"/>
                <a:cs typeface="Poppins" panose="00000500000000000000" pitchFamily="2" charset="0"/>
              </a:defRPr>
            </a:lvl1pPr>
            <a:lvl2pPr marL="231775" indent="-168275" algn="just">
              <a:lnSpc>
                <a:spcPct val="110000"/>
              </a:lnSpc>
              <a:spcBef>
                <a:spcPts val="400"/>
              </a:spcBef>
              <a:buClr>
                <a:schemeClr val="accent2"/>
              </a:buClr>
              <a:buFont typeface="Poppins" panose="00000500000000000000" pitchFamily="2" charset="0"/>
              <a:buChar char="&gt;"/>
              <a:defRPr sz="900">
                <a:latin typeface="Poppins" panose="00000500000000000000" pitchFamily="2" charset="0"/>
                <a:cs typeface="Poppins" panose="00000500000000000000" pitchFamily="2" charset="0"/>
              </a:defRPr>
            </a:lvl2pPr>
            <a:lvl3pPr marL="396875" indent="-174625" algn="just">
              <a:lnSpc>
                <a:spcPct val="110000"/>
              </a:lnSpc>
              <a:spcBef>
                <a:spcPts val="400"/>
              </a:spcBef>
              <a:buClr>
                <a:schemeClr val="accent3"/>
              </a:buClr>
              <a:buFont typeface="Poppins" panose="00000500000000000000" pitchFamily="2" charset="0"/>
              <a:buChar char="&gt;"/>
              <a:tabLst>
                <a:tab pos="396875" algn="l"/>
              </a:tabLst>
              <a:defRPr sz="800">
                <a:latin typeface="Poppins" panose="00000500000000000000" pitchFamily="2" charset="0"/>
                <a:cs typeface="Poppins" panose="00000500000000000000" pitchFamily="2" charset="0"/>
              </a:defRPr>
            </a:lvl3pPr>
            <a:lvl4pPr marL="517525" indent="-168275" algn="just">
              <a:lnSpc>
                <a:spcPct val="110000"/>
              </a:lnSpc>
              <a:spcBef>
                <a:spcPts val="400"/>
              </a:spcBef>
              <a:buClr>
                <a:schemeClr val="accent6"/>
              </a:buClr>
              <a:buFont typeface="Poppins" panose="00000500000000000000" pitchFamily="2" charset="0"/>
              <a:buChar char="&gt;"/>
              <a:defRPr sz="700">
                <a:latin typeface="Poppins" panose="00000500000000000000" pitchFamily="2" charset="0"/>
                <a:cs typeface="Poppins" panose="00000500000000000000" pitchFamily="2" charset="0"/>
              </a:defRPr>
            </a:lvl4pPr>
            <a:lvl5pPr marL="741363" indent="-174625" algn="just">
              <a:lnSpc>
                <a:spcPct val="110000"/>
              </a:lnSpc>
              <a:spcBef>
                <a:spcPts val="400"/>
              </a:spcBef>
              <a:buClr>
                <a:schemeClr val="accent5"/>
              </a:buClr>
              <a:buFont typeface="Poppins" panose="00000500000000000000" pitchFamily="2" charset="0"/>
              <a:buChar char="&gt;"/>
              <a:defRPr sz="600">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2">
            <a:extLst>
              <a:ext uri="{FF2B5EF4-FFF2-40B4-BE49-F238E27FC236}">
                <a16:creationId xmlns:a16="http://schemas.microsoft.com/office/drawing/2014/main" id="{F898405C-E3DB-1A59-ACAC-600B94A34FC1}"/>
              </a:ext>
            </a:extLst>
          </p:cNvPr>
          <p:cNvSpPr>
            <a:spLocks noGrp="1"/>
          </p:cNvSpPr>
          <p:nvPr>
            <p:ph type="body" idx="14"/>
          </p:nvPr>
        </p:nvSpPr>
        <p:spPr>
          <a:xfrm>
            <a:off x="212036" y="878189"/>
            <a:ext cx="2609512" cy="216616"/>
          </a:xfrm>
          <a:prstGeom prst="rect">
            <a:avLst/>
          </a:prstGeom>
        </p:spPr>
        <p:txBody>
          <a:bodyPr>
            <a:normAutofit/>
          </a:bodyPr>
          <a:lstStyle>
            <a:lvl1pPr marL="0" indent="0">
              <a:buNone/>
              <a:defRPr sz="1000">
                <a:solidFill>
                  <a:schemeClr val="tx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13" name="Text Placeholder 2">
            <a:extLst>
              <a:ext uri="{FF2B5EF4-FFF2-40B4-BE49-F238E27FC236}">
                <a16:creationId xmlns:a16="http://schemas.microsoft.com/office/drawing/2014/main" id="{3CA8044E-7DCD-8E2A-74D0-5BD928E93FDE}"/>
              </a:ext>
            </a:extLst>
          </p:cNvPr>
          <p:cNvSpPr>
            <a:spLocks noGrp="1"/>
          </p:cNvSpPr>
          <p:nvPr>
            <p:ph type="body" idx="15"/>
          </p:nvPr>
        </p:nvSpPr>
        <p:spPr>
          <a:xfrm>
            <a:off x="3212061" y="878189"/>
            <a:ext cx="5601433" cy="216616"/>
          </a:xfrm>
          <a:prstGeom prst="rect">
            <a:avLst/>
          </a:prstGeom>
        </p:spPr>
        <p:txBody>
          <a:bodyPr>
            <a:normAutofit/>
          </a:bodyPr>
          <a:lstStyle>
            <a:lvl1pPr marL="0" indent="0">
              <a:buNone/>
              <a:defRPr sz="1000">
                <a:solidFill>
                  <a:schemeClr val="tx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3" name="Google Shape;58;p15">
            <a:extLst>
              <a:ext uri="{FF2B5EF4-FFF2-40B4-BE49-F238E27FC236}">
                <a16:creationId xmlns:a16="http://schemas.microsoft.com/office/drawing/2014/main" id="{24D4E69B-16F9-BE43-8DF4-E683F7F36D61}"/>
              </a:ext>
            </a:extLst>
          </p:cNvPr>
          <p:cNvSpPr txBox="1">
            <a:spLocks noGrp="1"/>
          </p:cNvSpPr>
          <p:nvPr>
            <p:ph type="title"/>
          </p:nvPr>
        </p:nvSpPr>
        <p:spPr>
          <a:xfrm>
            <a:off x="1076863" y="253694"/>
            <a:ext cx="4860388"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tx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4" name="Text Placeholder 2">
            <a:extLst>
              <a:ext uri="{FF2B5EF4-FFF2-40B4-BE49-F238E27FC236}">
                <a16:creationId xmlns:a16="http://schemas.microsoft.com/office/drawing/2014/main" id="{FEDD1773-F947-D381-660B-F2EFFD8EB027}"/>
              </a:ext>
            </a:extLst>
          </p:cNvPr>
          <p:cNvSpPr>
            <a:spLocks noGrp="1"/>
          </p:cNvSpPr>
          <p:nvPr>
            <p:ph type="body" sz="quarter" idx="16"/>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lvl1pPr>
          </a:lstStyle>
          <a:p>
            <a:pPr lvl="0"/>
            <a:r>
              <a:rPr lang="en-US" dirty="0"/>
              <a:t>Click to edit Master text styles</a:t>
            </a:r>
          </a:p>
        </p:txBody>
      </p:sp>
    </p:spTree>
    <p:extLst>
      <p:ext uri="{BB962C8B-B14F-4D97-AF65-F5344CB8AC3E}">
        <p14:creationId xmlns:p14="http://schemas.microsoft.com/office/powerpoint/2010/main" val="2120360707"/>
      </p:ext>
    </p:extLst>
  </p:cSld>
  <p:clrMapOvr>
    <a:masterClrMapping/>
  </p:clrMapOvr>
  <p:extLst>
    <p:ext uri="{DCECCB84-F9BA-43D5-87BE-67443E8EF086}">
      <p15:sldGuideLst xmlns:p15="http://schemas.microsoft.com/office/powerpoint/2012/main">
        <p15:guide id="2" pos="5644">
          <p15:clr>
            <a:srgbClr val="E46962"/>
          </p15:clr>
        </p15:guide>
        <p15:guide id="3" orient="horz" pos="468" userDrawn="1">
          <p15:clr>
            <a:srgbClr val="E46962"/>
          </p15:clr>
        </p15:guide>
        <p15:guide id="4" orient="horz" pos="2988">
          <p15:clr>
            <a:srgbClr val="FBAE40"/>
          </p15:clr>
        </p15:guide>
        <p15:guide id="6" pos="2928">
          <p15:clr>
            <a:srgbClr val="FBAE40"/>
          </p15:clr>
        </p15:guide>
        <p15:guide id="7" pos="3024">
          <p15:clr>
            <a:srgbClr val="FBAE40"/>
          </p15:clr>
        </p15:guide>
        <p15:guide id="8" pos="192" userDrawn="1">
          <p15:clr>
            <a:srgbClr val="FBAE40"/>
          </p15:clr>
        </p15:guide>
        <p15:guide id="9" pos="2088">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ustom Layout 1" preserve="1" userDrawn="1">
  <p:cSld name="Two left small">
    <p:bg>
      <p:bgPr>
        <a:solidFill>
          <a:srgbClr val="FCF8FF">
            <a:alpha val="80000"/>
          </a:srgbClr>
        </a:solidFill>
        <a:effectLst/>
      </p:bgPr>
    </p:bg>
    <p:spTree>
      <p:nvGrpSpPr>
        <p:cNvPr id="1" name="Shape 57"/>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0C2328A-B222-3398-E85D-482C70E4766D}"/>
              </a:ext>
            </a:extLst>
          </p:cNvPr>
          <p:cNvSpPr/>
          <p:nvPr userDrawn="1"/>
        </p:nvSpPr>
        <p:spPr>
          <a:xfrm>
            <a:off x="176213" y="745500"/>
            <a:ext cx="2803207" cy="3997950"/>
          </a:xfrm>
          <a:prstGeom prst="roundRect">
            <a:avLst>
              <a:gd name="adj" fmla="val 4219"/>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8">
            <a:extLst>
              <a:ext uri="{FF2B5EF4-FFF2-40B4-BE49-F238E27FC236}">
                <a16:creationId xmlns:a16="http://schemas.microsoft.com/office/drawing/2014/main" id="{2FBB9A6C-D5F5-6B21-7BCE-F1DEB46D886B}"/>
              </a:ext>
            </a:extLst>
          </p:cNvPr>
          <p:cNvSpPr/>
          <p:nvPr userDrawn="1"/>
        </p:nvSpPr>
        <p:spPr>
          <a:xfrm>
            <a:off x="3121660" y="745500"/>
            <a:ext cx="5838505" cy="3997950"/>
          </a:xfrm>
          <a:prstGeom prst="roundRect">
            <a:avLst>
              <a:gd name="adj" fmla="val 3454"/>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Google Shape;61;p15"/>
          <p:cNvSpPr txBox="1"/>
          <p:nvPr userDrawn="1"/>
        </p:nvSpPr>
        <p:spPr>
          <a:xfrm>
            <a:off x="100225" y="4847300"/>
            <a:ext cx="1079700"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dk1"/>
              </a:solidFill>
              <a:latin typeface="Poppins"/>
              <a:ea typeface="Poppins"/>
              <a:cs typeface="Poppins"/>
              <a:sym typeface="Poppins"/>
            </a:endParaRPr>
          </a:p>
        </p:txBody>
      </p:sp>
      <p:pic>
        <p:nvPicPr>
          <p:cNvPr id="7" name="Google Shape;60;p15" descr="A colorful logo with black background&#10;&#10;AI-generated content may be incorrect.">
            <a:extLst>
              <a:ext uri="{FF2B5EF4-FFF2-40B4-BE49-F238E27FC236}">
                <a16:creationId xmlns:a16="http://schemas.microsoft.com/office/drawing/2014/main" id="{98E5EF62-52FA-FEB7-9F05-A34BB107CDB3}"/>
              </a:ext>
            </a:extLst>
          </p:cNvPr>
          <p:cNvPicPr preferRelativeResize="0"/>
          <p:nvPr userDrawn="1"/>
        </p:nvPicPr>
        <p:blipFill rotWithShape="1">
          <a:blip r:embed="rId2">
            <a:alphaModFix/>
          </a:blip>
          <a:srcRect/>
          <a:stretch/>
        </p:blipFill>
        <p:spPr>
          <a:xfrm>
            <a:off x="8813494" y="4905262"/>
            <a:ext cx="146082" cy="116888"/>
          </a:xfrm>
          <a:prstGeom prst="rect">
            <a:avLst/>
          </a:prstGeom>
          <a:noFill/>
          <a:ln>
            <a:noFill/>
          </a:ln>
        </p:spPr>
      </p:pic>
      <p:sp>
        <p:nvSpPr>
          <p:cNvPr id="8" name="Google Shape;59;p15">
            <a:extLst>
              <a:ext uri="{FF2B5EF4-FFF2-40B4-BE49-F238E27FC236}">
                <a16:creationId xmlns:a16="http://schemas.microsoft.com/office/drawing/2014/main" id="{941FBEE4-3FC1-628D-E436-C52252C5AAA7}"/>
              </a:ext>
            </a:extLst>
          </p:cNvPr>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tx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fld id="{00000000-1234-1234-1234-123412341234}" type="slidenum">
              <a:rPr lang="en" smtClean="0"/>
              <a:pPr/>
              <a:t>‹#›</a:t>
            </a:fld>
            <a:endParaRPr lang="en"/>
          </a:p>
        </p:txBody>
      </p:sp>
      <p:sp>
        <p:nvSpPr>
          <p:cNvPr id="11" name="Content Placeholder 2">
            <a:extLst>
              <a:ext uri="{FF2B5EF4-FFF2-40B4-BE49-F238E27FC236}">
                <a16:creationId xmlns:a16="http://schemas.microsoft.com/office/drawing/2014/main" id="{2A82E890-5C94-7E0C-2F53-925D0F7817DD}"/>
              </a:ext>
            </a:extLst>
          </p:cNvPr>
          <p:cNvSpPr>
            <a:spLocks noGrp="1"/>
          </p:cNvSpPr>
          <p:nvPr>
            <p:ph idx="1"/>
          </p:nvPr>
        </p:nvSpPr>
        <p:spPr>
          <a:xfrm>
            <a:off x="318453" y="914400"/>
            <a:ext cx="2523807" cy="3787653"/>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tabLst>
                <a:tab pos="231775" algn="l"/>
                <a:tab pos="1371600" algn="l"/>
              </a:tabLst>
              <a:defRPr sz="900">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latin typeface="Poppins" panose="00000500000000000000" pitchFamily="2" charset="0"/>
                <a:cs typeface="Poppins" panose="00000500000000000000" pitchFamily="2" charset="0"/>
              </a:defRPr>
            </a:lvl3pPr>
            <a:lvl4pPr marL="569913" indent="-168275">
              <a:lnSpc>
                <a:spcPct val="110000"/>
              </a:lnSpc>
              <a:spcBef>
                <a:spcPts val="400"/>
              </a:spcBef>
              <a:buClr>
                <a:schemeClr val="accent6"/>
              </a:buClr>
              <a:buFont typeface="Poppins" panose="00000500000000000000" pitchFamily="2" charset="0"/>
              <a:buChar char="&gt;"/>
              <a:defRPr sz="700">
                <a:latin typeface="Poppins" panose="00000500000000000000" pitchFamily="2" charset="0"/>
                <a:cs typeface="Poppins" panose="00000500000000000000" pitchFamily="2" charset="0"/>
              </a:defRPr>
            </a:lvl4pPr>
            <a:lvl5pPr marL="741363" indent="-174625">
              <a:lnSpc>
                <a:spcPct val="110000"/>
              </a:lnSpc>
              <a:spcBef>
                <a:spcPts val="400"/>
              </a:spcBef>
              <a:buClr>
                <a:schemeClr val="accent5"/>
              </a:buClr>
              <a:buFont typeface="Poppins" panose="00000500000000000000" pitchFamily="2" charset="0"/>
              <a:buChar char="&gt;"/>
              <a:defRPr sz="600">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32A3A8DC-5A74-C70F-4964-05DE1708AFEF}"/>
              </a:ext>
            </a:extLst>
          </p:cNvPr>
          <p:cNvSpPr>
            <a:spLocks noGrp="1"/>
          </p:cNvSpPr>
          <p:nvPr>
            <p:ph idx="13"/>
          </p:nvPr>
        </p:nvSpPr>
        <p:spPr>
          <a:xfrm>
            <a:off x="3316232" y="914400"/>
            <a:ext cx="5497263" cy="3787653"/>
          </a:xfrm>
          <a:prstGeom prst="rect">
            <a:avLst/>
          </a:prstGeom>
        </p:spPr>
        <p:txBody>
          <a:bodyPr/>
          <a:lstStyle>
            <a:lvl1pPr marL="2286" indent="0" algn="just">
              <a:lnSpc>
                <a:spcPct val="110000"/>
              </a:lnSpc>
              <a:spcBef>
                <a:spcPts val="400"/>
              </a:spcBef>
              <a:buClr>
                <a:schemeClr val="bg2"/>
              </a:buClr>
              <a:buFont typeface="Poppins" panose="00000500000000000000" pitchFamily="2" charset="0"/>
              <a:buNone/>
              <a:defRPr sz="1000">
                <a:latin typeface="Poppins" panose="00000500000000000000" pitchFamily="2" charset="0"/>
                <a:cs typeface="Poppins" panose="00000500000000000000" pitchFamily="2" charset="0"/>
              </a:defRPr>
            </a:lvl1pPr>
            <a:lvl2pPr marL="231775" indent="-168275" algn="just">
              <a:lnSpc>
                <a:spcPct val="110000"/>
              </a:lnSpc>
              <a:spcBef>
                <a:spcPts val="400"/>
              </a:spcBef>
              <a:buClr>
                <a:schemeClr val="accent2"/>
              </a:buClr>
              <a:buFont typeface="Poppins" panose="00000500000000000000" pitchFamily="2" charset="0"/>
              <a:buChar char="&gt;"/>
              <a:defRPr sz="900">
                <a:latin typeface="Poppins" panose="00000500000000000000" pitchFamily="2" charset="0"/>
                <a:cs typeface="Poppins" panose="00000500000000000000" pitchFamily="2" charset="0"/>
              </a:defRPr>
            </a:lvl2pPr>
            <a:lvl3pPr marL="396875" indent="-174625" algn="just">
              <a:lnSpc>
                <a:spcPct val="110000"/>
              </a:lnSpc>
              <a:spcBef>
                <a:spcPts val="400"/>
              </a:spcBef>
              <a:buClr>
                <a:schemeClr val="accent3"/>
              </a:buClr>
              <a:buFont typeface="Poppins" panose="00000500000000000000" pitchFamily="2" charset="0"/>
              <a:buChar char="&gt;"/>
              <a:tabLst>
                <a:tab pos="396875" algn="l"/>
              </a:tabLst>
              <a:defRPr sz="800">
                <a:latin typeface="Poppins" panose="00000500000000000000" pitchFamily="2" charset="0"/>
                <a:cs typeface="Poppins" panose="00000500000000000000" pitchFamily="2" charset="0"/>
              </a:defRPr>
            </a:lvl3pPr>
            <a:lvl4pPr marL="517525" indent="-168275" algn="just">
              <a:lnSpc>
                <a:spcPct val="110000"/>
              </a:lnSpc>
              <a:spcBef>
                <a:spcPts val="400"/>
              </a:spcBef>
              <a:buClr>
                <a:schemeClr val="accent6"/>
              </a:buClr>
              <a:buFont typeface="Poppins" panose="00000500000000000000" pitchFamily="2" charset="0"/>
              <a:buChar char="&gt;"/>
              <a:defRPr sz="700">
                <a:latin typeface="Poppins" panose="00000500000000000000" pitchFamily="2" charset="0"/>
                <a:cs typeface="Poppins" panose="00000500000000000000" pitchFamily="2" charset="0"/>
              </a:defRPr>
            </a:lvl4pPr>
            <a:lvl5pPr marL="741363" indent="-174625" algn="just">
              <a:lnSpc>
                <a:spcPct val="110000"/>
              </a:lnSpc>
              <a:spcBef>
                <a:spcPts val="400"/>
              </a:spcBef>
              <a:buClr>
                <a:schemeClr val="accent5"/>
              </a:buClr>
              <a:buFont typeface="Poppins" panose="00000500000000000000" pitchFamily="2" charset="0"/>
              <a:buChar char="&gt;"/>
              <a:defRPr sz="600">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Google Shape;58;p15">
            <a:extLst>
              <a:ext uri="{FF2B5EF4-FFF2-40B4-BE49-F238E27FC236}">
                <a16:creationId xmlns:a16="http://schemas.microsoft.com/office/drawing/2014/main" id="{2D20440A-1C4A-FB94-1B4E-C3B8EA328A2E}"/>
              </a:ext>
            </a:extLst>
          </p:cNvPr>
          <p:cNvSpPr txBox="1">
            <a:spLocks noGrp="1"/>
          </p:cNvSpPr>
          <p:nvPr>
            <p:ph type="title"/>
          </p:nvPr>
        </p:nvSpPr>
        <p:spPr>
          <a:xfrm>
            <a:off x="1077547" y="253694"/>
            <a:ext cx="4859704"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tx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13" name="Text Placeholder 2">
            <a:extLst>
              <a:ext uri="{FF2B5EF4-FFF2-40B4-BE49-F238E27FC236}">
                <a16:creationId xmlns:a16="http://schemas.microsoft.com/office/drawing/2014/main" id="{C749CD5A-8954-F443-96BB-45DED9753A5C}"/>
              </a:ext>
            </a:extLst>
          </p:cNvPr>
          <p:cNvSpPr>
            <a:spLocks noGrp="1"/>
          </p:cNvSpPr>
          <p:nvPr>
            <p:ph type="body" sz="quarter" idx="16"/>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lvl1pPr>
          </a:lstStyle>
          <a:p>
            <a:pPr lvl="0"/>
            <a:r>
              <a:rPr lang="en-US" dirty="0"/>
              <a:t>Click to edit Master text styles</a:t>
            </a:r>
          </a:p>
        </p:txBody>
      </p:sp>
    </p:spTree>
    <p:extLst>
      <p:ext uri="{BB962C8B-B14F-4D97-AF65-F5344CB8AC3E}">
        <p14:creationId xmlns:p14="http://schemas.microsoft.com/office/powerpoint/2010/main" val="3291078010"/>
      </p:ext>
    </p:extLst>
  </p:cSld>
  <p:clrMapOvr>
    <a:masterClrMapping/>
  </p:clrMapOvr>
  <p:extLst>
    <p:ext uri="{DCECCB84-F9BA-43D5-87BE-67443E8EF086}">
      <p15:sldGuideLst xmlns:p15="http://schemas.microsoft.com/office/powerpoint/2012/main">
        <p15:guide id="2" pos="5644">
          <p15:clr>
            <a:srgbClr val="E46962"/>
          </p15:clr>
        </p15:guide>
        <p15:guide id="3" orient="horz" pos="276">
          <p15:clr>
            <a:srgbClr val="E46962"/>
          </p15:clr>
        </p15:guide>
        <p15:guide id="4" orient="horz" pos="2988">
          <p15:clr>
            <a:srgbClr val="FBAE40"/>
          </p15:clr>
        </p15:guide>
        <p15:guide id="6" pos="2928">
          <p15:clr>
            <a:srgbClr val="FBAE40"/>
          </p15:clr>
        </p15:guide>
        <p15:guide id="7" pos="3024">
          <p15:clr>
            <a:srgbClr val="FBAE40"/>
          </p15:clr>
        </p15:guide>
        <p15:guide id="8" pos="192">
          <p15:clr>
            <a:srgbClr val="FBAE40"/>
          </p15:clr>
        </p15:guide>
        <p15:guide id="9" pos="2088">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Custom Layout 1" preserve="1" userDrawn="1">
  <p:cSld name="Two left small dark w/subtitle">
    <p:bg>
      <p:bgPr>
        <a:solidFill>
          <a:srgbClr val="FCF8FF">
            <a:alpha val="80000"/>
          </a:srgbClr>
        </a:solidFill>
        <a:effectLst/>
      </p:bgPr>
    </p:bg>
    <p:spTree>
      <p:nvGrpSpPr>
        <p:cNvPr id="1" name="Shape 57"/>
        <p:cNvGrpSpPr/>
        <p:nvPr/>
      </p:nvGrpSpPr>
      <p:grpSpPr>
        <a:xfrm>
          <a:off x="0" y="0"/>
          <a:ext cx="0" cy="0"/>
          <a:chOff x="0" y="0"/>
          <a:chExt cx="0" cy="0"/>
        </a:xfrm>
      </p:grpSpPr>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dk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61" name="Google Shape;61;p15"/>
          <p:cNvSpPr txBox="1"/>
          <p:nvPr/>
        </p:nvSpPr>
        <p:spPr>
          <a:xfrm>
            <a:off x="100225" y="4847300"/>
            <a:ext cx="1079700"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dk1"/>
              </a:solidFill>
              <a:latin typeface="Poppins"/>
              <a:ea typeface="Poppins"/>
              <a:cs typeface="Poppins"/>
              <a:sym typeface="Poppins"/>
            </a:endParaRPr>
          </a:p>
        </p:txBody>
      </p:sp>
      <p:sp>
        <p:nvSpPr>
          <p:cNvPr id="6" name="Rectangle: Rounded Corners 5">
            <a:extLst>
              <a:ext uri="{FF2B5EF4-FFF2-40B4-BE49-F238E27FC236}">
                <a16:creationId xmlns:a16="http://schemas.microsoft.com/office/drawing/2014/main" id="{8F3146B3-9351-959D-ADA8-7B33359A7BEB}"/>
              </a:ext>
            </a:extLst>
          </p:cNvPr>
          <p:cNvSpPr/>
          <p:nvPr userDrawn="1"/>
        </p:nvSpPr>
        <p:spPr>
          <a:xfrm>
            <a:off x="176213" y="751850"/>
            <a:ext cx="2803207" cy="3991600"/>
          </a:xfrm>
          <a:prstGeom prst="roundRect">
            <a:avLst>
              <a:gd name="adj" fmla="val 4219"/>
            </a:avLst>
          </a:prstGeom>
          <a:solidFill>
            <a:srgbClr val="0A0B2B"/>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Google Shape;387;p31">
            <a:extLst>
              <a:ext uri="{FF2B5EF4-FFF2-40B4-BE49-F238E27FC236}">
                <a16:creationId xmlns:a16="http://schemas.microsoft.com/office/drawing/2014/main" id="{95468A94-276B-AAC5-C3E4-F8A9069F6536}"/>
              </a:ext>
            </a:extLst>
          </p:cNvPr>
          <p:cNvSpPr/>
          <p:nvPr userDrawn="1"/>
        </p:nvSpPr>
        <p:spPr>
          <a:xfrm flipH="1">
            <a:off x="306947" y="1107781"/>
            <a:ext cx="2514600" cy="6900"/>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dirty="0"/>
          </a:p>
        </p:txBody>
      </p:sp>
      <p:sp>
        <p:nvSpPr>
          <p:cNvPr id="5" name="Rectangle: Rounded Corners 4">
            <a:extLst>
              <a:ext uri="{FF2B5EF4-FFF2-40B4-BE49-F238E27FC236}">
                <a16:creationId xmlns:a16="http://schemas.microsoft.com/office/drawing/2014/main" id="{06FEC253-B7C3-5EF3-5AF5-B4F9A789B4C2}"/>
              </a:ext>
            </a:extLst>
          </p:cNvPr>
          <p:cNvSpPr/>
          <p:nvPr userDrawn="1"/>
        </p:nvSpPr>
        <p:spPr>
          <a:xfrm>
            <a:off x="3121660" y="751850"/>
            <a:ext cx="5838505" cy="3991600"/>
          </a:xfrm>
          <a:prstGeom prst="roundRect">
            <a:avLst>
              <a:gd name="adj" fmla="val 3454"/>
            </a:avLst>
          </a:prstGeom>
          <a:solidFill>
            <a:srgbClr val="0A0B2B"/>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Google Shape;387;p31">
            <a:extLst>
              <a:ext uri="{FF2B5EF4-FFF2-40B4-BE49-F238E27FC236}">
                <a16:creationId xmlns:a16="http://schemas.microsoft.com/office/drawing/2014/main" id="{964DC8E5-832F-C892-9F43-52877FC37070}"/>
              </a:ext>
            </a:extLst>
          </p:cNvPr>
          <p:cNvSpPr/>
          <p:nvPr userDrawn="1"/>
        </p:nvSpPr>
        <p:spPr>
          <a:xfrm flipH="1">
            <a:off x="3303532" y="1107781"/>
            <a:ext cx="5486400" cy="6900"/>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dirty="0"/>
          </a:p>
        </p:txBody>
      </p:sp>
      <p:sp>
        <p:nvSpPr>
          <p:cNvPr id="12" name="Text Placeholder 2">
            <a:extLst>
              <a:ext uri="{FF2B5EF4-FFF2-40B4-BE49-F238E27FC236}">
                <a16:creationId xmlns:a16="http://schemas.microsoft.com/office/drawing/2014/main" id="{F898405C-E3DB-1A59-ACAC-600B94A34FC1}"/>
              </a:ext>
            </a:extLst>
          </p:cNvPr>
          <p:cNvSpPr>
            <a:spLocks noGrp="1"/>
          </p:cNvSpPr>
          <p:nvPr>
            <p:ph type="body" idx="14"/>
          </p:nvPr>
        </p:nvSpPr>
        <p:spPr>
          <a:xfrm>
            <a:off x="212036" y="891165"/>
            <a:ext cx="2609512" cy="216616"/>
          </a:xfrm>
          <a:prstGeom prst="rect">
            <a:avLst/>
          </a:prstGeom>
        </p:spPr>
        <p:txBody>
          <a:bodyPr>
            <a:normAutofit/>
          </a:bodyPr>
          <a:lstStyle>
            <a:lvl1pPr marL="0" indent="0">
              <a:buNone/>
              <a:defRPr sz="1000">
                <a:solidFill>
                  <a:schemeClr val="bg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13" name="Text Placeholder 2">
            <a:extLst>
              <a:ext uri="{FF2B5EF4-FFF2-40B4-BE49-F238E27FC236}">
                <a16:creationId xmlns:a16="http://schemas.microsoft.com/office/drawing/2014/main" id="{3CA8044E-7DCD-8E2A-74D0-5BD928E93FDE}"/>
              </a:ext>
            </a:extLst>
          </p:cNvPr>
          <p:cNvSpPr>
            <a:spLocks noGrp="1"/>
          </p:cNvSpPr>
          <p:nvPr>
            <p:ph type="body" idx="15"/>
          </p:nvPr>
        </p:nvSpPr>
        <p:spPr>
          <a:xfrm>
            <a:off x="3212061" y="891165"/>
            <a:ext cx="5601433" cy="216616"/>
          </a:xfrm>
          <a:prstGeom prst="rect">
            <a:avLst/>
          </a:prstGeom>
        </p:spPr>
        <p:txBody>
          <a:bodyPr>
            <a:normAutofit/>
          </a:bodyPr>
          <a:lstStyle>
            <a:lvl1pPr marL="0" indent="0">
              <a:buNone/>
              <a:defRPr sz="1000">
                <a:solidFill>
                  <a:schemeClr val="bg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3" name="Google Shape;58;p15">
            <a:extLst>
              <a:ext uri="{FF2B5EF4-FFF2-40B4-BE49-F238E27FC236}">
                <a16:creationId xmlns:a16="http://schemas.microsoft.com/office/drawing/2014/main" id="{24D4E69B-16F9-BE43-8DF4-E683F7F36D61}"/>
              </a:ext>
            </a:extLst>
          </p:cNvPr>
          <p:cNvSpPr txBox="1">
            <a:spLocks noGrp="1"/>
          </p:cNvSpPr>
          <p:nvPr>
            <p:ph type="title"/>
          </p:nvPr>
        </p:nvSpPr>
        <p:spPr>
          <a:xfrm>
            <a:off x="1076863" y="253694"/>
            <a:ext cx="4873088"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tx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4" name="Text Placeholder 2">
            <a:extLst>
              <a:ext uri="{FF2B5EF4-FFF2-40B4-BE49-F238E27FC236}">
                <a16:creationId xmlns:a16="http://schemas.microsoft.com/office/drawing/2014/main" id="{89CFFA16-912F-1AA8-B96A-7490FEDFD2BA}"/>
              </a:ext>
            </a:extLst>
          </p:cNvPr>
          <p:cNvSpPr>
            <a:spLocks noGrp="1"/>
          </p:cNvSpPr>
          <p:nvPr>
            <p:ph type="body" sz="quarter" idx="16"/>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lvl1pPr>
          </a:lstStyle>
          <a:p>
            <a:pPr lvl="0"/>
            <a:r>
              <a:rPr lang="en-US" dirty="0"/>
              <a:t>Click to edit Master text styles</a:t>
            </a:r>
          </a:p>
        </p:txBody>
      </p:sp>
      <p:sp>
        <p:nvSpPr>
          <p:cNvPr id="11" name="Content Placeholder 2">
            <a:extLst>
              <a:ext uri="{FF2B5EF4-FFF2-40B4-BE49-F238E27FC236}">
                <a16:creationId xmlns:a16="http://schemas.microsoft.com/office/drawing/2014/main" id="{09BFBE42-3759-BE8B-774B-FA10B7E69854}"/>
              </a:ext>
            </a:extLst>
          </p:cNvPr>
          <p:cNvSpPr>
            <a:spLocks noGrp="1"/>
          </p:cNvSpPr>
          <p:nvPr>
            <p:ph idx="1"/>
          </p:nvPr>
        </p:nvSpPr>
        <p:spPr>
          <a:xfrm>
            <a:off x="318453" y="1216742"/>
            <a:ext cx="2523807" cy="3403299"/>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bg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tabLst>
                <a:tab pos="231775" algn="l"/>
                <a:tab pos="1371600" algn="l"/>
              </a:tabLst>
              <a:defRPr sz="900">
                <a:solidFill>
                  <a:schemeClr val="bg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bg1"/>
                </a:solidFill>
                <a:latin typeface="Poppins" panose="00000500000000000000" pitchFamily="2" charset="0"/>
                <a:cs typeface="Poppins" panose="00000500000000000000" pitchFamily="2" charset="0"/>
              </a:defRPr>
            </a:lvl3pPr>
            <a:lvl4pPr marL="569913" indent="-168275">
              <a:lnSpc>
                <a:spcPct val="110000"/>
              </a:lnSpc>
              <a:spcBef>
                <a:spcPts val="400"/>
              </a:spcBef>
              <a:buClr>
                <a:schemeClr val="accent6"/>
              </a:buClr>
              <a:buFont typeface="Poppins" panose="00000500000000000000" pitchFamily="2" charset="0"/>
              <a:buChar char="&gt;"/>
              <a:defRPr sz="700">
                <a:solidFill>
                  <a:schemeClr val="bg1"/>
                </a:solidFill>
                <a:latin typeface="Poppins" panose="00000500000000000000" pitchFamily="2" charset="0"/>
                <a:cs typeface="Poppins" panose="00000500000000000000" pitchFamily="2" charset="0"/>
              </a:defRPr>
            </a:lvl4pPr>
            <a:lvl5pPr marL="741363" indent="-174625">
              <a:lnSpc>
                <a:spcPct val="110000"/>
              </a:lnSpc>
              <a:spcBef>
                <a:spcPts val="400"/>
              </a:spcBef>
              <a:buClr>
                <a:schemeClr val="accent5"/>
              </a:buClr>
              <a:buFont typeface="Poppins" panose="00000500000000000000" pitchFamily="2" charset="0"/>
              <a:buChar char="&gt;"/>
              <a:defRPr sz="600">
                <a:solidFill>
                  <a:schemeClr val="bg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E4721053-6282-67B2-50D0-944408C1CA9D}"/>
              </a:ext>
            </a:extLst>
          </p:cNvPr>
          <p:cNvSpPr>
            <a:spLocks noGrp="1"/>
          </p:cNvSpPr>
          <p:nvPr>
            <p:ph idx="13"/>
          </p:nvPr>
        </p:nvSpPr>
        <p:spPr>
          <a:xfrm>
            <a:off x="3316232" y="1216742"/>
            <a:ext cx="5497263" cy="3403299"/>
          </a:xfrm>
          <a:prstGeom prst="rect">
            <a:avLst/>
          </a:prstGeom>
        </p:spPr>
        <p:txBody>
          <a:bodyPr/>
          <a:lstStyle>
            <a:lvl1pPr marL="2286" indent="0" algn="just">
              <a:lnSpc>
                <a:spcPct val="110000"/>
              </a:lnSpc>
              <a:spcBef>
                <a:spcPts val="400"/>
              </a:spcBef>
              <a:buClr>
                <a:schemeClr val="bg2"/>
              </a:buClr>
              <a:buFont typeface="Poppins" panose="00000500000000000000" pitchFamily="2" charset="0"/>
              <a:buNone/>
              <a:defRPr sz="1000">
                <a:solidFill>
                  <a:schemeClr val="bg1"/>
                </a:solidFill>
                <a:latin typeface="Poppins" panose="00000500000000000000" pitchFamily="2" charset="0"/>
                <a:cs typeface="Poppins" panose="00000500000000000000" pitchFamily="2" charset="0"/>
              </a:defRPr>
            </a:lvl1pPr>
            <a:lvl2pPr marL="231775" indent="-168275" algn="just">
              <a:lnSpc>
                <a:spcPct val="110000"/>
              </a:lnSpc>
              <a:spcBef>
                <a:spcPts val="400"/>
              </a:spcBef>
              <a:buClr>
                <a:schemeClr val="accent2"/>
              </a:buClr>
              <a:buFont typeface="Poppins" panose="00000500000000000000" pitchFamily="2" charset="0"/>
              <a:buChar char="&gt;"/>
              <a:defRPr sz="900">
                <a:solidFill>
                  <a:schemeClr val="bg1"/>
                </a:solidFill>
                <a:latin typeface="Poppins" panose="00000500000000000000" pitchFamily="2" charset="0"/>
                <a:cs typeface="Poppins" panose="00000500000000000000" pitchFamily="2" charset="0"/>
              </a:defRPr>
            </a:lvl2pPr>
            <a:lvl3pPr marL="396875" indent="-174625" algn="just">
              <a:lnSpc>
                <a:spcPct val="110000"/>
              </a:lnSpc>
              <a:spcBef>
                <a:spcPts val="400"/>
              </a:spcBef>
              <a:buClr>
                <a:schemeClr val="accent3"/>
              </a:buClr>
              <a:buFont typeface="Poppins" panose="00000500000000000000" pitchFamily="2" charset="0"/>
              <a:buChar char="&gt;"/>
              <a:tabLst>
                <a:tab pos="396875" algn="l"/>
              </a:tabLst>
              <a:defRPr sz="800">
                <a:solidFill>
                  <a:schemeClr val="bg1"/>
                </a:solidFill>
                <a:latin typeface="Poppins" panose="00000500000000000000" pitchFamily="2" charset="0"/>
                <a:cs typeface="Poppins" panose="00000500000000000000" pitchFamily="2" charset="0"/>
              </a:defRPr>
            </a:lvl3pPr>
            <a:lvl4pPr marL="517525" indent="-168275" algn="just">
              <a:lnSpc>
                <a:spcPct val="110000"/>
              </a:lnSpc>
              <a:spcBef>
                <a:spcPts val="400"/>
              </a:spcBef>
              <a:buClr>
                <a:schemeClr val="accent6"/>
              </a:buClr>
              <a:buFont typeface="Poppins" panose="00000500000000000000" pitchFamily="2" charset="0"/>
              <a:buChar char="&gt;"/>
              <a:defRPr sz="700">
                <a:solidFill>
                  <a:schemeClr val="bg1"/>
                </a:solidFill>
                <a:latin typeface="Poppins" panose="00000500000000000000" pitchFamily="2" charset="0"/>
                <a:cs typeface="Poppins" panose="00000500000000000000" pitchFamily="2" charset="0"/>
              </a:defRPr>
            </a:lvl4pPr>
            <a:lvl5pPr marL="741363" indent="-174625" algn="just">
              <a:lnSpc>
                <a:spcPct val="110000"/>
              </a:lnSpc>
              <a:spcBef>
                <a:spcPts val="400"/>
              </a:spcBef>
              <a:buClr>
                <a:schemeClr val="accent5"/>
              </a:buClr>
              <a:buFont typeface="Poppins" panose="00000500000000000000" pitchFamily="2" charset="0"/>
              <a:buChar char="&gt;"/>
              <a:defRPr sz="600">
                <a:solidFill>
                  <a:schemeClr val="bg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25345534"/>
      </p:ext>
    </p:extLst>
  </p:cSld>
  <p:clrMapOvr>
    <a:masterClrMapping/>
  </p:clrMapOvr>
  <p:extLst>
    <p:ext uri="{DCECCB84-F9BA-43D5-87BE-67443E8EF086}">
      <p15:sldGuideLst xmlns:p15="http://schemas.microsoft.com/office/powerpoint/2012/main">
        <p15:guide id="2" pos="5644">
          <p15:clr>
            <a:srgbClr val="E46962"/>
          </p15:clr>
        </p15:guide>
        <p15:guide id="3" orient="horz" pos="156" userDrawn="1">
          <p15:clr>
            <a:srgbClr val="E46962"/>
          </p15:clr>
        </p15:guide>
        <p15:guide id="4" orient="horz" pos="2988">
          <p15:clr>
            <a:srgbClr val="FBAE40"/>
          </p15:clr>
        </p15:guide>
        <p15:guide id="6" pos="2928">
          <p15:clr>
            <a:srgbClr val="FBAE40"/>
          </p15:clr>
        </p15:guide>
        <p15:guide id="7" pos="3024">
          <p15:clr>
            <a:srgbClr val="FBAE40"/>
          </p15:clr>
        </p15:guide>
        <p15:guide id="8" pos="192">
          <p15:clr>
            <a:srgbClr val="FBAE40"/>
          </p15:clr>
        </p15:guide>
        <p15:guide id="9" pos="2088">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ustom Layout 1" preserve="1" userDrawn="1">
  <p:cSld name="Two left small dark">
    <p:bg>
      <p:bgPr>
        <a:solidFill>
          <a:srgbClr val="FCF8FF">
            <a:alpha val="80000"/>
          </a:srgbClr>
        </a:solidFill>
        <a:effectLst/>
      </p:bgPr>
    </p:bg>
    <p:spTree>
      <p:nvGrpSpPr>
        <p:cNvPr id="1" name="Shape 57"/>
        <p:cNvGrpSpPr/>
        <p:nvPr/>
      </p:nvGrpSpPr>
      <p:grpSpPr>
        <a:xfrm>
          <a:off x="0" y="0"/>
          <a:ext cx="0" cy="0"/>
          <a:chOff x="0" y="0"/>
          <a:chExt cx="0" cy="0"/>
        </a:xfrm>
      </p:grpSpPr>
      <p:sp>
        <p:nvSpPr>
          <p:cNvPr id="61" name="Google Shape;61;p15"/>
          <p:cNvSpPr txBox="1"/>
          <p:nvPr userDrawn="1"/>
        </p:nvSpPr>
        <p:spPr>
          <a:xfrm>
            <a:off x="100225" y="4847300"/>
            <a:ext cx="1079700"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dk1"/>
              </a:solidFill>
              <a:latin typeface="Poppins"/>
              <a:ea typeface="Poppins"/>
              <a:cs typeface="Poppins"/>
              <a:sym typeface="Poppins"/>
            </a:endParaRPr>
          </a:p>
        </p:txBody>
      </p:sp>
      <p:sp>
        <p:nvSpPr>
          <p:cNvPr id="6" name="Rectangle: Rounded Corners 5">
            <a:extLst>
              <a:ext uri="{FF2B5EF4-FFF2-40B4-BE49-F238E27FC236}">
                <a16:creationId xmlns:a16="http://schemas.microsoft.com/office/drawing/2014/main" id="{8F3146B3-9351-959D-ADA8-7B33359A7BEB}"/>
              </a:ext>
            </a:extLst>
          </p:cNvPr>
          <p:cNvSpPr/>
          <p:nvPr userDrawn="1"/>
        </p:nvSpPr>
        <p:spPr>
          <a:xfrm>
            <a:off x="176213" y="742950"/>
            <a:ext cx="2803207" cy="4002288"/>
          </a:xfrm>
          <a:prstGeom prst="roundRect">
            <a:avLst>
              <a:gd name="adj" fmla="val 4474"/>
            </a:avLst>
          </a:prstGeom>
          <a:solidFill>
            <a:srgbClr val="0A0B2B"/>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6FEC253-B7C3-5EF3-5AF5-B4F9A789B4C2}"/>
              </a:ext>
            </a:extLst>
          </p:cNvPr>
          <p:cNvSpPr/>
          <p:nvPr userDrawn="1"/>
        </p:nvSpPr>
        <p:spPr>
          <a:xfrm>
            <a:off x="3121660" y="742950"/>
            <a:ext cx="5838505" cy="4002288"/>
          </a:xfrm>
          <a:prstGeom prst="roundRect">
            <a:avLst>
              <a:gd name="adj" fmla="val 3661"/>
            </a:avLst>
          </a:prstGeom>
          <a:solidFill>
            <a:srgbClr val="0A0B2B"/>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Google Shape;58;p15">
            <a:extLst>
              <a:ext uri="{FF2B5EF4-FFF2-40B4-BE49-F238E27FC236}">
                <a16:creationId xmlns:a16="http://schemas.microsoft.com/office/drawing/2014/main" id="{80F34E38-A511-67E6-29C1-54ADBA7ABAE6}"/>
              </a:ext>
            </a:extLst>
          </p:cNvPr>
          <p:cNvSpPr txBox="1">
            <a:spLocks noGrp="1"/>
          </p:cNvSpPr>
          <p:nvPr>
            <p:ph type="title"/>
          </p:nvPr>
        </p:nvSpPr>
        <p:spPr>
          <a:xfrm>
            <a:off x="1083213" y="253694"/>
            <a:ext cx="4873088"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tx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pic>
        <p:nvPicPr>
          <p:cNvPr id="2" name="Google Shape;60;p15" descr="A colorful logo with black background&#10;&#10;AI-generated content may be incorrect.">
            <a:extLst>
              <a:ext uri="{FF2B5EF4-FFF2-40B4-BE49-F238E27FC236}">
                <a16:creationId xmlns:a16="http://schemas.microsoft.com/office/drawing/2014/main" id="{D53F0D45-821D-F830-EFE1-E5F86278B9D3}"/>
              </a:ext>
            </a:extLst>
          </p:cNvPr>
          <p:cNvPicPr preferRelativeResize="0"/>
          <p:nvPr userDrawn="1"/>
        </p:nvPicPr>
        <p:blipFill rotWithShape="1">
          <a:blip r:embed="rId2">
            <a:alphaModFix/>
          </a:blip>
          <a:srcRect/>
          <a:stretch/>
        </p:blipFill>
        <p:spPr>
          <a:xfrm>
            <a:off x="8813494" y="4905262"/>
            <a:ext cx="146082" cy="116888"/>
          </a:xfrm>
          <a:prstGeom prst="rect">
            <a:avLst/>
          </a:prstGeom>
          <a:noFill/>
          <a:ln>
            <a:noFill/>
          </a:ln>
        </p:spPr>
      </p:pic>
      <p:sp>
        <p:nvSpPr>
          <p:cNvPr id="7" name="Google Shape;59;p15">
            <a:extLst>
              <a:ext uri="{FF2B5EF4-FFF2-40B4-BE49-F238E27FC236}">
                <a16:creationId xmlns:a16="http://schemas.microsoft.com/office/drawing/2014/main" id="{8A8EF2F5-0BBF-B00F-11F8-A8FD8951500B}"/>
              </a:ext>
            </a:extLst>
          </p:cNvPr>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tx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fld id="{00000000-1234-1234-1234-123412341234}" type="slidenum">
              <a:rPr lang="en" smtClean="0"/>
              <a:pPr/>
              <a:t>‹#›</a:t>
            </a:fld>
            <a:endParaRPr lang="en"/>
          </a:p>
        </p:txBody>
      </p:sp>
      <p:sp>
        <p:nvSpPr>
          <p:cNvPr id="4" name="Text Placeholder 2">
            <a:extLst>
              <a:ext uri="{FF2B5EF4-FFF2-40B4-BE49-F238E27FC236}">
                <a16:creationId xmlns:a16="http://schemas.microsoft.com/office/drawing/2014/main" id="{84BBAD04-94B9-9787-D6CE-612A90F675ED}"/>
              </a:ext>
            </a:extLst>
          </p:cNvPr>
          <p:cNvSpPr>
            <a:spLocks noGrp="1"/>
          </p:cNvSpPr>
          <p:nvPr>
            <p:ph type="body" sz="quarter" idx="15"/>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lvl1pPr>
          </a:lstStyle>
          <a:p>
            <a:pPr lvl="0"/>
            <a:r>
              <a:rPr lang="en-US" dirty="0"/>
              <a:t>Click to edit Master text styles</a:t>
            </a:r>
          </a:p>
        </p:txBody>
      </p:sp>
      <p:sp>
        <p:nvSpPr>
          <p:cNvPr id="11" name="Content Placeholder 2">
            <a:extLst>
              <a:ext uri="{FF2B5EF4-FFF2-40B4-BE49-F238E27FC236}">
                <a16:creationId xmlns:a16="http://schemas.microsoft.com/office/drawing/2014/main" id="{C550F933-CC52-1023-D908-DE92F7A8D2E6}"/>
              </a:ext>
            </a:extLst>
          </p:cNvPr>
          <p:cNvSpPr>
            <a:spLocks noGrp="1"/>
          </p:cNvSpPr>
          <p:nvPr>
            <p:ph idx="1"/>
          </p:nvPr>
        </p:nvSpPr>
        <p:spPr>
          <a:xfrm>
            <a:off x="318453" y="866182"/>
            <a:ext cx="2523807" cy="3835872"/>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bg1"/>
                </a:solidFill>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tabLst>
                <a:tab pos="231775" algn="l"/>
                <a:tab pos="1371600" algn="l"/>
              </a:tabLst>
              <a:defRPr sz="900">
                <a:solidFill>
                  <a:schemeClr val="bg1"/>
                </a:solidFill>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solidFill>
                  <a:schemeClr val="bg1"/>
                </a:solidFill>
                <a:latin typeface="Poppins" panose="00000500000000000000" pitchFamily="2" charset="0"/>
                <a:cs typeface="Poppins" panose="00000500000000000000" pitchFamily="2" charset="0"/>
              </a:defRPr>
            </a:lvl3pPr>
            <a:lvl4pPr marL="569913" indent="-168275">
              <a:lnSpc>
                <a:spcPct val="110000"/>
              </a:lnSpc>
              <a:spcBef>
                <a:spcPts val="400"/>
              </a:spcBef>
              <a:buClr>
                <a:schemeClr val="accent6"/>
              </a:buClr>
              <a:buFont typeface="Poppins" panose="00000500000000000000" pitchFamily="2" charset="0"/>
              <a:buChar char="&gt;"/>
              <a:defRPr sz="700">
                <a:solidFill>
                  <a:schemeClr val="bg1"/>
                </a:solidFill>
                <a:latin typeface="Poppins" panose="00000500000000000000" pitchFamily="2" charset="0"/>
                <a:cs typeface="Poppins" panose="00000500000000000000" pitchFamily="2" charset="0"/>
              </a:defRPr>
            </a:lvl4pPr>
            <a:lvl5pPr marL="741363" indent="-174625">
              <a:lnSpc>
                <a:spcPct val="110000"/>
              </a:lnSpc>
              <a:spcBef>
                <a:spcPts val="400"/>
              </a:spcBef>
              <a:buClr>
                <a:schemeClr val="accent5"/>
              </a:buClr>
              <a:buFont typeface="Poppins" panose="00000500000000000000" pitchFamily="2" charset="0"/>
              <a:buChar char="&gt;"/>
              <a:defRPr sz="600">
                <a:solidFill>
                  <a:schemeClr val="bg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E9A6C00E-F998-2177-B9FC-52D2EBC92834}"/>
              </a:ext>
            </a:extLst>
          </p:cNvPr>
          <p:cNvSpPr>
            <a:spLocks noGrp="1"/>
          </p:cNvSpPr>
          <p:nvPr>
            <p:ph idx="13"/>
          </p:nvPr>
        </p:nvSpPr>
        <p:spPr>
          <a:xfrm>
            <a:off x="3316232" y="866182"/>
            <a:ext cx="5497263" cy="3835872"/>
          </a:xfrm>
          <a:prstGeom prst="rect">
            <a:avLst/>
          </a:prstGeom>
        </p:spPr>
        <p:txBody>
          <a:bodyPr/>
          <a:lstStyle>
            <a:lvl1pPr marL="2286" indent="0" algn="just">
              <a:lnSpc>
                <a:spcPct val="110000"/>
              </a:lnSpc>
              <a:spcBef>
                <a:spcPts val="400"/>
              </a:spcBef>
              <a:buClr>
                <a:schemeClr val="bg2"/>
              </a:buClr>
              <a:buFont typeface="Poppins" panose="00000500000000000000" pitchFamily="2" charset="0"/>
              <a:buNone/>
              <a:defRPr sz="1000">
                <a:solidFill>
                  <a:schemeClr val="bg1"/>
                </a:solidFill>
                <a:latin typeface="Poppins" panose="00000500000000000000" pitchFamily="2" charset="0"/>
                <a:cs typeface="Poppins" panose="00000500000000000000" pitchFamily="2" charset="0"/>
              </a:defRPr>
            </a:lvl1pPr>
            <a:lvl2pPr marL="231775" indent="-168275" algn="just">
              <a:lnSpc>
                <a:spcPct val="110000"/>
              </a:lnSpc>
              <a:spcBef>
                <a:spcPts val="400"/>
              </a:spcBef>
              <a:buClr>
                <a:schemeClr val="accent2"/>
              </a:buClr>
              <a:buFont typeface="Poppins" panose="00000500000000000000" pitchFamily="2" charset="0"/>
              <a:buChar char="&gt;"/>
              <a:defRPr sz="900">
                <a:solidFill>
                  <a:schemeClr val="bg1"/>
                </a:solidFill>
                <a:latin typeface="Poppins" panose="00000500000000000000" pitchFamily="2" charset="0"/>
                <a:cs typeface="Poppins" panose="00000500000000000000" pitchFamily="2" charset="0"/>
              </a:defRPr>
            </a:lvl2pPr>
            <a:lvl3pPr marL="396875" indent="-174625" algn="just">
              <a:lnSpc>
                <a:spcPct val="110000"/>
              </a:lnSpc>
              <a:spcBef>
                <a:spcPts val="400"/>
              </a:spcBef>
              <a:buClr>
                <a:schemeClr val="accent3"/>
              </a:buClr>
              <a:buFont typeface="Poppins" panose="00000500000000000000" pitchFamily="2" charset="0"/>
              <a:buChar char="&gt;"/>
              <a:tabLst>
                <a:tab pos="396875" algn="l"/>
              </a:tabLst>
              <a:defRPr sz="800">
                <a:solidFill>
                  <a:schemeClr val="bg1"/>
                </a:solidFill>
                <a:latin typeface="Poppins" panose="00000500000000000000" pitchFamily="2" charset="0"/>
                <a:cs typeface="Poppins" panose="00000500000000000000" pitchFamily="2" charset="0"/>
              </a:defRPr>
            </a:lvl3pPr>
            <a:lvl4pPr marL="517525" indent="-168275" algn="just">
              <a:lnSpc>
                <a:spcPct val="110000"/>
              </a:lnSpc>
              <a:spcBef>
                <a:spcPts val="400"/>
              </a:spcBef>
              <a:buClr>
                <a:schemeClr val="accent6"/>
              </a:buClr>
              <a:buFont typeface="Poppins" panose="00000500000000000000" pitchFamily="2" charset="0"/>
              <a:buChar char="&gt;"/>
              <a:defRPr sz="700">
                <a:solidFill>
                  <a:schemeClr val="bg1"/>
                </a:solidFill>
                <a:latin typeface="Poppins" panose="00000500000000000000" pitchFamily="2" charset="0"/>
                <a:cs typeface="Poppins" panose="00000500000000000000" pitchFamily="2" charset="0"/>
              </a:defRPr>
            </a:lvl4pPr>
            <a:lvl5pPr marL="741363" indent="-174625" algn="just">
              <a:lnSpc>
                <a:spcPct val="110000"/>
              </a:lnSpc>
              <a:spcBef>
                <a:spcPts val="400"/>
              </a:spcBef>
              <a:buClr>
                <a:schemeClr val="accent5"/>
              </a:buClr>
              <a:buFont typeface="Poppins" panose="00000500000000000000" pitchFamily="2" charset="0"/>
              <a:buChar char="&gt;"/>
              <a:defRPr sz="600">
                <a:solidFill>
                  <a:schemeClr val="bg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66414508"/>
      </p:ext>
    </p:extLst>
  </p:cSld>
  <p:clrMapOvr>
    <a:masterClrMapping/>
  </p:clrMapOvr>
  <p:extLst>
    <p:ext uri="{DCECCB84-F9BA-43D5-87BE-67443E8EF086}">
      <p15:sldGuideLst xmlns:p15="http://schemas.microsoft.com/office/powerpoint/2012/main">
        <p15:guide id="2" pos="5644">
          <p15:clr>
            <a:srgbClr val="E46962"/>
          </p15:clr>
        </p15:guide>
        <p15:guide id="3" orient="horz" pos="156" userDrawn="1">
          <p15:clr>
            <a:srgbClr val="E46962"/>
          </p15:clr>
        </p15:guide>
        <p15:guide id="4" orient="horz" pos="2988">
          <p15:clr>
            <a:srgbClr val="FBAE40"/>
          </p15:clr>
        </p15:guide>
        <p15:guide id="6" pos="2928">
          <p15:clr>
            <a:srgbClr val="FBAE40"/>
          </p15:clr>
        </p15:guide>
        <p15:guide id="7" pos="3024">
          <p15:clr>
            <a:srgbClr val="FBAE40"/>
          </p15:clr>
        </p15:guide>
        <p15:guide id="8" pos="192">
          <p15:clr>
            <a:srgbClr val="FBAE40"/>
          </p15:clr>
        </p15:guide>
        <p15:guide id="9" pos="2088">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ustom Layout 1" preserve="1" userDrawn="1">
  <p:cSld name="Two left small dark BG w/subtitle">
    <p:bg>
      <p:bgPr>
        <a:solidFill>
          <a:srgbClr val="0A0B2B"/>
        </a:solidFill>
        <a:effectLst/>
      </p:bgPr>
    </p:bg>
    <p:spTree>
      <p:nvGrpSpPr>
        <p:cNvPr id="1" name="Shape 57"/>
        <p:cNvGrpSpPr/>
        <p:nvPr/>
      </p:nvGrpSpPr>
      <p:grpSpPr>
        <a:xfrm>
          <a:off x="0" y="0"/>
          <a:ext cx="0" cy="0"/>
          <a:chOff x="0" y="0"/>
          <a:chExt cx="0" cy="0"/>
        </a:xfrm>
      </p:grpSpPr>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bg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fld id="{00000000-1234-1234-1234-123412341234}" type="slidenum">
              <a:rPr lang="en" smtClean="0"/>
              <a:pPr/>
              <a:t>‹#›</a:t>
            </a:fld>
            <a:endParaRPr lang="en"/>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61" name="Google Shape;61;p15"/>
          <p:cNvSpPr txBox="1"/>
          <p:nvPr/>
        </p:nvSpPr>
        <p:spPr>
          <a:xfrm>
            <a:off x="100225" y="4847300"/>
            <a:ext cx="1079700"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bg1"/>
              </a:solidFill>
              <a:latin typeface="Poppins"/>
              <a:ea typeface="Poppins"/>
              <a:cs typeface="Poppins"/>
              <a:sym typeface="Poppins"/>
            </a:endParaRPr>
          </a:p>
        </p:txBody>
      </p:sp>
      <p:sp>
        <p:nvSpPr>
          <p:cNvPr id="6" name="Rectangle: Rounded Corners 5">
            <a:extLst>
              <a:ext uri="{FF2B5EF4-FFF2-40B4-BE49-F238E27FC236}">
                <a16:creationId xmlns:a16="http://schemas.microsoft.com/office/drawing/2014/main" id="{8F3146B3-9351-959D-ADA8-7B33359A7BEB}"/>
              </a:ext>
            </a:extLst>
          </p:cNvPr>
          <p:cNvSpPr/>
          <p:nvPr userDrawn="1"/>
        </p:nvSpPr>
        <p:spPr>
          <a:xfrm>
            <a:off x="176213" y="739150"/>
            <a:ext cx="2803207" cy="4004300"/>
          </a:xfrm>
          <a:prstGeom prst="roundRect">
            <a:avLst>
              <a:gd name="adj" fmla="val 4219"/>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Google Shape;387;p31">
            <a:extLst>
              <a:ext uri="{FF2B5EF4-FFF2-40B4-BE49-F238E27FC236}">
                <a16:creationId xmlns:a16="http://schemas.microsoft.com/office/drawing/2014/main" id="{95468A94-276B-AAC5-C3E4-F8A9069F6536}"/>
              </a:ext>
            </a:extLst>
          </p:cNvPr>
          <p:cNvSpPr/>
          <p:nvPr userDrawn="1"/>
        </p:nvSpPr>
        <p:spPr>
          <a:xfrm flipH="1">
            <a:off x="306947" y="1095081"/>
            <a:ext cx="2514600" cy="6900"/>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dirty="0"/>
          </a:p>
        </p:txBody>
      </p:sp>
      <p:sp>
        <p:nvSpPr>
          <p:cNvPr id="5" name="Rectangle: Rounded Corners 4">
            <a:extLst>
              <a:ext uri="{FF2B5EF4-FFF2-40B4-BE49-F238E27FC236}">
                <a16:creationId xmlns:a16="http://schemas.microsoft.com/office/drawing/2014/main" id="{06FEC253-B7C3-5EF3-5AF5-B4F9A789B4C2}"/>
              </a:ext>
            </a:extLst>
          </p:cNvPr>
          <p:cNvSpPr/>
          <p:nvPr userDrawn="1"/>
        </p:nvSpPr>
        <p:spPr>
          <a:xfrm>
            <a:off x="3121660" y="739150"/>
            <a:ext cx="5838505" cy="4004300"/>
          </a:xfrm>
          <a:prstGeom prst="roundRect">
            <a:avLst>
              <a:gd name="adj" fmla="val 3454"/>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Google Shape;387;p31">
            <a:extLst>
              <a:ext uri="{FF2B5EF4-FFF2-40B4-BE49-F238E27FC236}">
                <a16:creationId xmlns:a16="http://schemas.microsoft.com/office/drawing/2014/main" id="{964DC8E5-832F-C892-9F43-52877FC37070}"/>
              </a:ext>
            </a:extLst>
          </p:cNvPr>
          <p:cNvSpPr/>
          <p:nvPr userDrawn="1"/>
        </p:nvSpPr>
        <p:spPr>
          <a:xfrm flipH="1">
            <a:off x="3303532" y="1095081"/>
            <a:ext cx="5486400" cy="6900"/>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dirty="0"/>
          </a:p>
        </p:txBody>
      </p:sp>
      <p:sp>
        <p:nvSpPr>
          <p:cNvPr id="12" name="Text Placeholder 2">
            <a:extLst>
              <a:ext uri="{FF2B5EF4-FFF2-40B4-BE49-F238E27FC236}">
                <a16:creationId xmlns:a16="http://schemas.microsoft.com/office/drawing/2014/main" id="{F898405C-E3DB-1A59-ACAC-600B94A34FC1}"/>
              </a:ext>
            </a:extLst>
          </p:cNvPr>
          <p:cNvSpPr>
            <a:spLocks noGrp="1"/>
          </p:cNvSpPr>
          <p:nvPr>
            <p:ph type="body" idx="14"/>
          </p:nvPr>
        </p:nvSpPr>
        <p:spPr>
          <a:xfrm>
            <a:off x="212036" y="878465"/>
            <a:ext cx="2609512" cy="216616"/>
          </a:xfrm>
          <a:prstGeom prst="rect">
            <a:avLst/>
          </a:prstGeom>
        </p:spPr>
        <p:txBody>
          <a:bodyPr>
            <a:normAutofit/>
          </a:bodyPr>
          <a:lstStyle>
            <a:lvl1pPr marL="0" indent="0">
              <a:buNone/>
              <a:defRPr sz="1000">
                <a:solidFill>
                  <a:schemeClr val="tx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13" name="Text Placeholder 2">
            <a:extLst>
              <a:ext uri="{FF2B5EF4-FFF2-40B4-BE49-F238E27FC236}">
                <a16:creationId xmlns:a16="http://schemas.microsoft.com/office/drawing/2014/main" id="{3CA8044E-7DCD-8E2A-74D0-5BD928E93FDE}"/>
              </a:ext>
            </a:extLst>
          </p:cNvPr>
          <p:cNvSpPr>
            <a:spLocks noGrp="1"/>
          </p:cNvSpPr>
          <p:nvPr>
            <p:ph type="body" idx="15"/>
          </p:nvPr>
        </p:nvSpPr>
        <p:spPr>
          <a:xfrm>
            <a:off x="3212061" y="878465"/>
            <a:ext cx="5601433" cy="216616"/>
          </a:xfrm>
          <a:prstGeom prst="rect">
            <a:avLst/>
          </a:prstGeom>
        </p:spPr>
        <p:txBody>
          <a:bodyPr>
            <a:normAutofit/>
          </a:bodyPr>
          <a:lstStyle>
            <a:lvl1pPr marL="0" indent="0">
              <a:buNone/>
              <a:defRPr sz="1000">
                <a:solidFill>
                  <a:schemeClr val="tx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3" name="Google Shape;58;p15">
            <a:extLst>
              <a:ext uri="{FF2B5EF4-FFF2-40B4-BE49-F238E27FC236}">
                <a16:creationId xmlns:a16="http://schemas.microsoft.com/office/drawing/2014/main" id="{24D4E69B-16F9-BE43-8DF4-E683F7F36D61}"/>
              </a:ext>
            </a:extLst>
          </p:cNvPr>
          <p:cNvSpPr txBox="1">
            <a:spLocks noGrp="1"/>
          </p:cNvSpPr>
          <p:nvPr>
            <p:ph type="title"/>
          </p:nvPr>
        </p:nvSpPr>
        <p:spPr>
          <a:xfrm>
            <a:off x="1076863" y="253694"/>
            <a:ext cx="4866738"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bg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4" name="Text Placeholder 2">
            <a:extLst>
              <a:ext uri="{FF2B5EF4-FFF2-40B4-BE49-F238E27FC236}">
                <a16:creationId xmlns:a16="http://schemas.microsoft.com/office/drawing/2014/main" id="{6A974A5A-E397-9EDD-EFE8-9D879DAF3DB5}"/>
              </a:ext>
            </a:extLst>
          </p:cNvPr>
          <p:cNvSpPr>
            <a:spLocks noGrp="1"/>
          </p:cNvSpPr>
          <p:nvPr>
            <p:ph type="body" sz="quarter" idx="16"/>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solidFill>
                  <a:schemeClr val="bg1"/>
                </a:solidFill>
              </a:defRPr>
            </a:lvl1pPr>
          </a:lstStyle>
          <a:p>
            <a:pPr lvl="0"/>
            <a:r>
              <a:rPr lang="en-US" dirty="0"/>
              <a:t>Click to edit Master text styles</a:t>
            </a:r>
          </a:p>
        </p:txBody>
      </p:sp>
      <p:sp>
        <p:nvSpPr>
          <p:cNvPr id="11" name="Content Placeholder 2">
            <a:extLst>
              <a:ext uri="{FF2B5EF4-FFF2-40B4-BE49-F238E27FC236}">
                <a16:creationId xmlns:a16="http://schemas.microsoft.com/office/drawing/2014/main" id="{2AD84644-1592-8B2A-06CB-67FC82DBA183}"/>
              </a:ext>
            </a:extLst>
          </p:cNvPr>
          <p:cNvSpPr>
            <a:spLocks noGrp="1"/>
          </p:cNvSpPr>
          <p:nvPr>
            <p:ph idx="1"/>
          </p:nvPr>
        </p:nvSpPr>
        <p:spPr>
          <a:xfrm>
            <a:off x="318453" y="1204042"/>
            <a:ext cx="2523807" cy="3414127"/>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tabLst>
                <a:tab pos="231775" algn="l"/>
                <a:tab pos="1371600" algn="l"/>
              </a:tabLst>
              <a:defRPr sz="900">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latin typeface="Poppins" panose="00000500000000000000" pitchFamily="2" charset="0"/>
                <a:cs typeface="Poppins" panose="00000500000000000000" pitchFamily="2" charset="0"/>
              </a:defRPr>
            </a:lvl3pPr>
            <a:lvl4pPr marL="569913" indent="-168275">
              <a:lnSpc>
                <a:spcPct val="110000"/>
              </a:lnSpc>
              <a:spcBef>
                <a:spcPts val="400"/>
              </a:spcBef>
              <a:buClr>
                <a:schemeClr val="accent6"/>
              </a:buClr>
              <a:buFont typeface="Poppins" panose="00000500000000000000" pitchFamily="2" charset="0"/>
              <a:buChar char="&gt;"/>
              <a:defRPr sz="700">
                <a:latin typeface="Poppins" panose="00000500000000000000" pitchFamily="2" charset="0"/>
                <a:cs typeface="Poppins" panose="00000500000000000000" pitchFamily="2" charset="0"/>
              </a:defRPr>
            </a:lvl4pPr>
            <a:lvl5pPr marL="741363" indent="-174625">
              <a:lnSpc>
                <a:spcPct val="110000"/>
              </a:lnSpc>
              <a:spcBef>
                <a:spcPts val="400"/>
              </a:spcBef>
              <a:buClr>
                <a:schemeClr val="accent5"/>
              </a:buClr>
              <a:buFont typeface="Poppins" panose="00000500000000000000" pitchFamily="2" charset="0"/>
              <a:buChar char="&gt;"/>
              <a:defRPr sz="600">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6B0866CE-B3E4-B3EB-195C-4FFF214D6DD5}"/>
              </a:ext>
            </a:extLst>
          </p:cNvPr>
          <p:cNvSpPr>
            <a:spLocks noGrp="1"/>
          </p:cNvSpPr>
          <p:nvPr>
            <p:ph idx="13"/>
          </p:nvPr>
        </p:nvSpPr>
        <p:spPr>
          <a:xfrm>
            <a:off x="3316232" y="1204042"/>
            <a:ext cx="5497263" cy="3414127"/>
          </a:xfrm>
          <a:prstGeom prst="rect">
            <a:avLst/>
          </a:prstGeom>
        </p:spPr>
        <p:txBody>
          <a:bodyPr/>
          <a:lstStyle>
            <a:lvl1pPr marL="2286" indent="0" algn="just">
              <a:lnSpc>
                <a:spcPct val="110000"/>
              </a:lnSpc>
              <a:spcBef>
                <a:spcPts val="400"/>
              </a:spcBef>
              <a:buClr>
                <a:schemeClr val="bg2"/>
              </a:buClr>
              <a:buFont typeface="Poppins" panose="00000500000000000000" pitchFamily="2" charset="0"/>
              <a:buNone/>
              <a:defRPr sz="1000">
                <a:latin typeface="Poppins" panose="00000500000000000000" pitchFamily="2" charset="0"/>
                <a:cs typeface="Poppins" panose="00000500000000000000" pitchFamily="2" charset="0"/>
              </a:defRPr>
            </a:lvl1pPr>
            <a:lvl2pPr marL="231775" indent="-168275" algn="just">
              <a:lnSpc>
                <a:spcPct val="110000"/>
              </a:lnSpc>
              <a:spcBef>
                <a:spcPts val="400"/>
              </a:spcBef>
              <a:buClr>
                <a:schemeClr val="accent2"/>
              </a:buClr>
              <a:buFont typeface="Poppins" panose="00000500000000000000" pitchFamily="2" charset="0"/>
              <a:buChar char="&gt;"/>
              <a:defRPr sz="900">
                <a:latin typeface="Poppins" panose="00000500000000000000" pitchFamily="2" charset="0"/>
                <a:cs typeface="Poppins" panose="00000500000000000000" pitchFamily="2" charset="0"/>
              </a:defRPr>
            </a:lvl2pPr>
            <a:lvl3pPr marL="396875" indent="-174625" algn="just">
              <a:lnSpc>
                <a:spcPct val="110000"/>
              </a:lnSpc>
              <a:spcBef>
                <a:spcPts val="400"/>
              </a:spcBef>
              <a:buClr>
                <a:schemeClr val="accent3"/>
              </a:buClr>
              <a:buFont typeface="Poppins" panose="00000500000000000000" pitchFamily="2" charset="0"/>
              <a:buChar char="&gt;"/>
              <a:tabLst>
                <a:tab pos="396875" algn="l"/>
              </a:tabLst>
              <a:defRPr sz="800">
                <a:latin typeface="Poppins" panose="00000500000000000000" pitchFamily="2" charset="0"/>
                <a:cs typeface="Poppins" panose="00000500000000000000" pitchFamily="2" charset="0"/>
              </a:defRPr>
            </a:lvl3pPr>
            <a:lvl4pPr marL="517525" indent="-168275" algn="just">
              <a:lnSpc>
                <a:spcPct val="110000"/>
              </a:lnSpc>
              <a:spcBef>
                <a:spcPts val="400"/>
              </a:spcBef>
              <a:buClr>
                <a:schemeClr val="accent6"/>
              </a:buClr>
              <a:buFont typeface="Poppins" panose="00000500000000000000" pitchFamily="2" charset="0"/>
              <a:buChar char="&gt;"/>
              <a:defRPr sz="700">
                <a:latin typeface="Poppins" panose="00000500000000000000" pitchFamily="2" charset="0"/>
                <a:cs typeface="Poppins" panose="00000500000000000000" pitchFamily="2" charset="0"/>
              </a:defRPr>
            </a:lvl4pPr>
            <a:lvl5pPr marL="741363" indent="-174625" algn="just">
              <a:lnSpc>
                <a:spcPct val="110000"/>
              </a:lnSpc>
              <a:spcBef>
                <a:spcPts val="400"/>
              </a:spcBef>
              <a:buClr>
                <a:schemeClr val="accent5"/>
              </a:buClr>
              <a:buFont typeface="Poppins" panose="00000500000000000000" pitchFamily="2" charset="0"/>
              <a:buChar char="&gt;"/>
              <a:defRPr sz="600">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01268401"/>
      </p:ext>
    </p:extLst>
  </p:cSld>
  <p:clrMapOvr>
    <a:masterClrMapping/>
  </p:clrMapOvr>
  <p:extLst>
    <p:ext uri="{DCECCB84-F9BA-43D5-87BE-67443E8EF086}">
      <p15:sldGuideLst xmlns:p15="http://schemas.microsoft.com/office/powerpoint/2012/main">
        <p15:guide id="2" pos="5644">
          <p15:clr>
            <a:srgbClr val="E46962"/>
          </p15:clr>
        </p15:guide>
        <p15:guide id="3" orient="horz" pos="468" userDrawn="1">
          <p15:clr>
            <a:srgbClr val="E46962"/>
          </p15:clr>
        </p15:guide>
        <p15:guide id="4" orient="horz" pos="2988">
          <p15:clr>
            <a:srgbClr val="FBAE40"/>
          </p15:clr>
        </p15:guide>
        <p15:guide id="6" pos="2928">
          <p15:clr>
            <a:srgbClr val="FBAE40"/>
          </p15:clr>
        </p15:guide>
        <p15:guide id="7" pos="3024">
          <p15:clr>
            <a:srgbClr val="FBAE40"/>
          </p15:clr>
        </p15:guide>
        <p15:guide id="8" pos="192">
          <p15:clr>
            <a:srgbClr val="FBAE40"/>
          </p15:clr>
        </p15:guide>
        <p15:guide id="9" pos="2088">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Custom Layout 1" preserve="1" userDrawn="1">
  <p:cSld name="Two left small dark BG">
    <p:bg>
      <p:bgPr>
        <a:solidFill>
          <a:srgbClr val="0A0B2B"/>
        </a:solidFill>
        <a:effectLst/>
      </p:bgPr>
    </p:bg>
    <p:spTree>
      <p:nvGrpSpPr>
        <p:cNvPr id="1" name="Shape 57"/>
        <p:cNvGrpSpPr/>
        <p:nvPr/>
      </p:nvGrpSpPr>
      <p:grpSpPr>
        <a:xfrm>
          <a:off x="0" y="0"/>
          <a:ext cx="0" cy="0"/>
          <a:chOff x="0" y="0"/>
          <a:chExt cx="0" cy="0"/>
        </a:xfrm>
      </p:grpSpPr>
      <p:sp>
        <p:nvSpPr>
          <p:cNvPr id="61" name="Google Shape;61;p15"/>
          <p:cNvSpPr txBox="1"/>
          <p:nvPr userDrawn="1"/>
        </p:nvSpPr>
        <p:spPr>
          <a:xfrm>
            <a:off x="100225" y="4847300"/>
            <a:ext cx="1079700"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bg1"/>
              </a:solidFill>
              <a:latin typeface="Poppins"/>
              <a:ea typeface="Poppins"/>
              <a:cs typeface="Poppins"/>
              <a:sym typeface="Poppins"/>
            </a:endParaRPr>
          </a:p>
        </p:txBody>
      </p:sp>
      <p:sp>
        <p:nvSpPr>
          <p:cNvPr id="6" name="Rectangle: Rounded Corners 5">
            <a:extLst>
              <a:ext uri="{FF2B5EF4-FFF2-40B4-BE49-F238E27FC236}">
                <a16:creationId xmlns:a16="http://schemas.microsoft.com/office/drawing/2014/main" id="{8F3146B3-9351-959D-ADA8-7B33359A7BEB}"/>
              </a:ext>
            </a:extLst>
          </p:cNvPr>
          <p:cNvSpPr/>
          <p:nvPr userDrawn="1"/>
        </p:nvSpPr>
        <p:spPr>
          <a:xfrm>
            <a:off x="176213" y="742950"/>
            <a:ext cx="2803207" cy="4008638"/>
          </a:xfrm>
          <a:prstGeom prst="roundRect">
            <a:avLst>
              <a:gd name="adj" fmla="val 4474"/>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6FEC253-B7C3-5EF3-5AF5-B4F9A789B4C2}"/>
              </a:ext>
            </a:extLst>
          </p:cNvPr>
          <p:cNvSpPr/>
          <p:nvPr userDrawn="1"/>
        </p:nvSpPr>
        <p:spPr>
          <a:xfrm>
            <a:off x="3121660" y="742950"/>
            <a:ext cx="5838505" cy="4008638"/>
          </a:xfrm>
          <a:prstGeom prst="roundRect">
            <a:avLst>
              <a:gd name="adj" fmla="val 3661"/>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Google Shape;58;p15">
            <a:extLst>
              <a:ext uri="{FF2B5EF4-FFF2-40B4-BE49-F238E27FC236}">
                <a16:creationId xmlns:a16="http://schemas.microsoft.com/office/drawing/2014/main" id="{80F34E38-A511-67E6-29C1-54ADBA7ABAE6}"/>
              </a:ext>
            </a:extLst>
          </p:cNvPr>
          <p:cNvSpPr txBox="1">
            <a:spLocks noGrp="1"/>
          </p:cNvSpPr>
          <p:nvPr>
            <p:ph type="title"/>
          </p:nvPr>
        </p:nvSpPr>
        <p:spPr>
          <a:xfrm>
            <a:off x="1076863" y="253694"/>
            <a:ext cx="4873088"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bg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pic>
        <p:nvPicPr>
          <p:cNvPr id="2" name="Google Shape;60;p15" descr="A colorful logo with black background&#10;&#10;AI-generated content may be incorrect.">
            <a:extLst>
              <a:ext uri="{FF2B5EF4-FFF2-40B4-BE49-F238E27FC236}">
                <a16:creationId xmlns:a16="http://schemas.microsoft.com/office/drawing/2014/main" id="{44FFE8E4-37BD-E9F2-B8A7-D63D4F607F0A}"/>
              </a:ext>
            </a:extLst>
          </p:cNvPr>
          <p:cNvPicPr preferRelativeResize="0"/>
          <p:nvPr userDrawn="1"/>
        </p:nvPicPr>
        <p:blipFill rotWithShape="1">
          <a:blip r:embed="rId2">
            <a:alphaModFix/>
          </a:blip>
          <a:srcRect/>
          <a:stretch/>
        </p:blipFill>
        <p:spPr>
          <a:xfrm>
            <a:off x="8813494" y="4905262"/>
            <a:ext cx="146082" cy="116888"/>
          </a:xfrm>
          <a:prstGeom prst="rect">
            <a:avLst/>
          </a:prstGeom>
          <a:noFill/>
          <a:ln>
            <a:noFill/>
          </a:ln>
        </p:spPr>
      </p:pic>
      <p:sp>
        <p:nvSpPr>
          <p:cNvPr id="7" name="Google Shape;59;p15">
            <a:extLst>
              <a:ext uri="{FF2B5EF4-FFF2-40B4-BE49-F238E27FC236}">
                <a16:creationId xmlns:a16="http://schemas.microsoft.com/office/drawing/2014/main" id="{06D9BC8E-7E07-051F-604F-1C14920622BC}"/>
              </a:ext>
            </a:extLst>
          </p:cNvPr>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bg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fld id="{00000000-1234-1234-1234-123412341234}" type="slidenum">
              <a:rPr lang="en" smtClean="0"/>
              <a:pPr/>
              <a:t>‹#›</a:t>
            </a:fld>
            <a:endParaRPr lang="en"/>
          </a:p>
        </p:txBody>
      </p:sp>
      <p:sp>
        <p:nvSpPr>
          <p:cNvPr id="4" name="Text Placeholder 2">
            <a:extLst>
              <a:ext uri="{FF2B5EF4-FFF2-40B4-BE49-F238E27FC236}">
                <a16:creationId xmlns:a16="http://schemas.microsoft.com/office/drawing/2014/main" id="{4DC30A3F-B889-FFD9-F269-9A4352F379E7}"/>
              </a:ext>
            </a:extLst>
          </p:cNvPr>
          <p:cNvSpPr>
            <a:spLocks noGrp="1"/>
          </p:cNvSpPr>
          <p:nvPr>
            <p:ph type="body" sz="quarter" idx="15"/>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solidFill>
                  <a:schemeClr val="bg1"/>
                </a:solidFill>
              </a:defRPr>
            </a:lvl1pPr>
          </a:lstStyle>
          <a:p>
            <a:pPr lvl="0"/>
            <a:r>
              <a:rPr lang="en-US" dirty="0"/>
              <a:t>Click to edit Master text styles</a:t>
            </a:r>
          </a:p>
        </p:txBody>
      </p:sp>
      <p:sp>
        <p:nvSpPr>
          <p:cNvPr id="11" name="Content Placeholder 2">
            <a:extLst>
              <a:ext uri="{FF2B5EF4-FFF2-40B4-BE49-F238E27FC236}">
                <a16:creationId xmlns:a16="http://schemas.microsoft.com/office/drawing/2014/main" id="{70C5F75B-541A-9EC2-EA60-4235266DEFC3}"/>
              </a:ext>
            </a:extLst>
          </p:cNvPr>
          <p:cNvSpPr>
            <a:spLocks noGrp="1"/>
          </p:cNvSpPr>
          <p:nvPr>
            <p:ph idx="1"/>
          </p:nvPr>
        </p:nvSpPr>
        <p:spPr>
          <a:xfrm>
            <a:off x="318453" y="866446"/>
            <a:ext cx="2523807" cy="3841958"/>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latin typeface="Poppins" panose="00000500000000000000" pitchFamily="2" charset="0"/>
                <a:cs typeface="Poppins" panose="00000500000000000000" pitchFamily="2" charset="0"/>
              </a:defRPr>
            </a:lvl1pPr>
            <a:lvl2pPr marL="231775" indent="-173038">
              <a:lnSpc>
                <a:spcPct val="110000"/>
              </a:lnSpc>
              <a:spcBef>
                <a:spcPts val="400"/>
              </a:spcBef>
              <a:buClr>
                <a:schemeClr val="accent2"/>
              </a:buClr>
              <a:buFont typeface="Poppins" panose="00000500000000000000" pitchFamily="2" charset="0"/>
              <a:buChar char="&gt;"/>
              <a:tabLst>
                <a:tab pos="231775" algn="l"/>
                <a:tab pos="1371600" algn="l"/>
              </a:tabLst>
              <a:defRPr sz="900">
                <a:latin typeface="Poppins" panose="00000500000000000000" pitchFamily="2" charset="0"/>
                <a:cs typeface="Poppins" panose="00000500000000000000" pitchFamily="2" charset="0"/>
              </a:defRPr>
            </a:lvl2pPr>
            <a:lvl3pPr marL="396875" indent="-171450">
              <a:lnSpc>
                <a:spcPct val="110000"/>
              </a:lnSpc>
              <a:spcBef>
                <a:spcPts val="400"/>
              </a:spcBef>
              <a:buClr>
                <a:schemeClr val="accent3"/>
              </a:buClr>
              <a:buFont typeface="Poppins" panose="00000500000000000000" pitchFamily="2" charset="0"/>
              <a:buChar char="&gt;"/>
              <a:defRPr sz="800">
                <a:latin typeface="Poppins" panose="00000500000000000000" pitchFamily="2" charset="0"/>
                <a:cs typeface="Poppins" panose="00000500000000000000" pitchFamily="2" charset="0"/>
              </a:defRPr>
            </a:lvl3pPr>
            <a:lvl4pPr marL="569913" indent="-168275">
              <a:lnSpc>
                <a:spcPct val="110000"/>
              </a:lnSpc>
              <a:spcBef>
                <a:spcPts val="400"/>
              </a:spcBef>
              <a:buClr>
                <a:schemeClr val="accent6"/>
              </a:buClr>
              <a:buFont typeface="Poppins" panose="00000500000000000000" pitchFamily="2" charset="0"/>
              <a:buChar char="&gt;"/>
              <a:defRPr sz="700">
                <a:latin typeface="Poppins" panose="00000500000000000000" pitchFamily="2" charset="0"/>
                <a:cs typeface="Poppins" panose="00000500000000000000" pitchFamily="2" charset="0"/>
              </a:defRPr>
            </a:lvl4pPr>
            <a:lvl5pPr marL="741363" indent="-174625">
              <a:lnSpc>
                <a:spcPct val="110000"/>
              </a:lnSpc>
              <a:spcBef>
                <a:spcPts val="400"/>
              </a:spcBef>
              <a:buClr>
                <a:schemeClr val="accent5"/>
              </a:buClr>
              <a:buFont typeface="Poppins" panose="00000500000000000000" pitchFamily="2" charset="0"/>
              <a:buChar char="&gt;"/>
              <a:defRPr sz="600">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83C2F418-8045-23F8-1749-788E0BE5C31B}"/>
              </a:ext>
            </a:extLst>
          </p:cNvPr>
          <p:cNvSpPr>
            <a:spLocks noGrp="1"/>
          </p:cNvSpPr>
          <p:nvPr>
            <p:ph idx="13"/>
          </p:nvPr>
        </p:nvSpPr>
        <p:spPr>
          <a:xfrm>
            <a:off x="3316232" y="866446"/>
            <a:ext cx="5497263" cy="3841958"/>
          </a:xfrm>
          <a:prstGeom prst="rect">
            <a:avLst/>
          </a:prstGeom>
        </p:spPr>
        <p:txBody>
          <a:bodyPr/>
          <a:lstStyle>
            <a:lvl1pPr marL="2286" indent="0" algn="just">
              <a:lnSpc>
                <a:spcPct val="110000"/>
              </a:lnSpc>
              <a:spcBef>
                <a:spcPts val="400"/>
              </a:spcBef>
              <a:buClr>
                <a:schemeClr val="bg2"/>
              </a:buClr>
              <a:buFont typeface="Poppins" panose="00000500000000000000" pitchFamily="2" charset="0"/>
              <a:buNone/>
              <a:defRPr sz="1000">
                <a:latin typeface="Poppins" panose="00000500000000000000" pitchFamily="2" charset="0"/>
                <a:cs typeface="Poppins" panose="00000500000000000000" pitchFamily="2" charset="0"/>
              </a:defRPr>
            </a:lvl1pPr>
            <a:lvl2pPr marL="231775" indent="-168275" algn="just">
              <a:lnSpc>
                <a:spcPct val="110000"/>
              </a:lnSpc>
              <a:spcBef>
                <a:spcPts val="400"/>
              </a:spcBef>
              <a:buClr>
                <a:schemeClr val="accent2"/>
              </a:buClr>
              <a:buFont typeface="Poppins" panose="00000500000000000000" pitchFamily="2" charset="0"/>
              <a:buChar char="&gt;"/>
              <a:defRPr sz="900">
                <a:latin typeface="Poppins" panose="00000500000000000000" pitchFamily="2" charset="0"/>
                <a:cs typeface="Poppins" panose="00000500000000000000" pitchFamily="2" charset="0"/>
              </a:defRPr>
            </a:lvl2pPr>
            <a:lvl3pPr marL="396875" indent="-174625" algn="just">
              <a:lnSpc>
                <a:spcPct val="110000"/>
              </a:lnSpc>
              <a:spcBef>
                <a:spcPts val="400"/>
              </a:spcBef>
              <a:buClr>
                <a:schemeClr val="accent3"/>
              </a:buClr>
              <a:buFont typeface="Poppins" panose="00000500000000000000" pitchFamily="2" charset="0"/>
              <a:buChar char="&gt;"/>
              <a:tabLst>
                <a:tab pos="396875" algn="l"/>
              </a:tabLst>
              <a:defRPr sz="800">
                <a:latin typeface="Poppins" panose="00000500000000000000" pitchFamily="2" charset="0"/>
                <a:cs typeface="Poppins" panose="00000500000000000000" pitchFamily="2" charset="0"/>
              </a:defRPr>
            </a:lvl3pPr>
            <a:lvl4pPr marL="517525" indent="-168275" algn="just">
              <a:lnSpc>
                <a:spcPct val="110000"/>
              </a:lnSpc>
              <a:spcBef>
                <a:spcPts val="400"/>
              </a:spcBef>
              <a:buClr>
                <a:schemeClr val="accent6"/>
              </a:buClr>
              <a:buFont typeface="Poppins" panose="00000500000000000000" pitchFamily="2" charset="0"/>
              <a:buChar char="&gt;"/>
              <a:defRPr sz="700">
                <a:latin typeface="Poppins" panose="00000500000000000000" pitchFamily="2" charset="0"/>
                <a:cs typeface="Poppins" panose="00000500000000000000" pitchFamily="2" charset="0"/>
              </a:defRPr>
            </a:lvl4pPr>
            <a:lvl5pPr marL="741363" indent="-174625" algn="just">
              <a:lnSpc>
                <a:spcPct val="110000"/>
              </a:lnSpc>
              <a:spcBef>
                <a:spcPts val="400"/>
              </a:spcBef>
              <a:buClr>
                <a:schemeClr val="accent5"/>
              </a:buClr>
              <a:buFont typeface="Poppins" panose="00000500000000000000" pitchFamily="2" charset="0"/>
              <a:buChar char="&gt;"/>
              <a:defRPr sz="600">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5754124"/>
      </p:ext>
    </p:extLst>
  </p:cSld>
  <p:clrMapOvr>
    <a:masterClrMapping/>
  </p:clrMapOvr>
  <p:extLst>
    <p:ext uri="{DCECCB84-F9BA-43D5-87BE-67443E8EF086}">
      <p15:sldGuideLst xmlns:p15="http://schemas.microsoft.com/office/powerpoint/2012/main">
        <p15:guide id="2" pos="5644">
          <p15:clr>
            <a:srgbClr val="E46962"/>
          </p15:clr>
        </p15:guide>
        <p15:guide id="3" orient="horz" pos="468" userDrawn="1">
          <p15:clr>
            <a:srgbClr val="E46962"/>
          </p15:clr>
        </p15:guide>
        <p15:guide id="4" orient="horz" pos="2988">
          <p15:clr>
            <a:srgbClr val="FBAE40"/>
          </p15:clr>
        </p15:guide>
        <p15:guide id="6" pos="2928">
          <p15:clr>
            <a:srgbClr val="FBAE40"/>
          </p15:clr>
        </p15:guide>
        <p15:guide id="7" pos="3024">
          <p15:clr>
            <a:srgbClr val="FBAE40"/>
          </p15:clr>
        </p15:guide>
        <p15:guide id="8" pos="192">
          <p15:clr>
            <a:srgbClr val="FBAE40"/>
          </p15:clr>
        </p15:guide>
        <p15:guide id="9" pos="2088">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ustom Layout 1" preserve="1" userDrawn="1">
  <p:cSld name="Two left big w/subtitle">
    <p:bg>
      <p:bgPr>
        <a:solidFill>
          <a:srgbClr val="FDF9FF">
            <a:alpha val="80000"/>
          </a:srgbClr>
        </a:solidFill>
        <a:effectLst/>
      </p:bgPr>
    </p:bg>
    <p:spTree>
      <p:nvGrpSpPr>
        <p:cNvPr id="1" name="Shape 57"/>
        <p:cNvGrpSpPr/>
        <p:nvPr/>
      </p:nvGrpSpPr>
      <p:grpSpPr>
        <a:xfrm>
          <a:off x="0" y="0"/>
          <a:ext cx="0" cy="0"/>
          <a:chOff x="0" y="0"/>
          <a:chExt cx="0" cy="0"/>
        </a:xfrm>
      </p:grpSpPr>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tx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fld id="{00000000-1234-1234-1234-123412341234}" type="slidenum">
              <a:rPr lang="en" smtClean="0"/>
              <a:pPr/>
              <a:t>‹#›</a:t>
            </a:fld>
            <a:endParaRPr lang="en"/>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61" name="Google Shape;61;p15"/>
          <p:cNvSpPr txBox="1"/>
          <p:nvPr/>
        </p:nvSpPr>
        <p:spPr>
          <a:xfrm>
            <a:off x="100225" y="4847300"/>
            <a:ext cx="1079700"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bg1"/>
              </a:solidFill>
              <a:latin typeface="Poppins"/>
              <a:ea typeface="Poppins"/>
              <a:cs typeface="Poppins"/>
              <a:sym typeface="Poppins"/>
            </a:endParaRPr>
          </a:p>
        </p:txBody>
      </p:sp>
      <p:sp>
        <p:nvSpPr>
          <p:cNvPr id="6" name="Rectangle: Rounded Corners 5">
            <a:extLst>
              <a:ext uri="{FF2B5EF4-FFF2-40B4-BE49-F238E27FC236}">
                <a16:creationId xmlns:a16="http://schemas.microsoft.com/office/drawing/2014/main" id="{8F3146B3-9351-959D-ADA8-7B33359A7BEB}"/>
              </a:ext>
            </a:extLst>
          </p:cNvPr>
          <p:cNvSpPr/>
          <p:nvPr userDrawn="1"/>
        </p:nvSpPr>
        <p:spPr>
          <a:xfrm>
            <a:off x="6157913" y="745500"/>
            <a:ext cx="2803207" cy="3997950"/>
          </a:xfrm>
          <a:prstGeom prst="roundRect">
            <a:avLst>
              <a:gd name="adj" fmla="val 4728"/>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Google Shape;387;p31">
            <a:extLst>
              <a:ext uri="{FF2B5EF4-FFF2-40B4-BE49-F238E27FC236}">
                <a16:creationId xmlns:a16="http://schemas.microsoft.com/office/drawing/2014/main" id="{95468A94-276B-AAC5-C3E4-F8A9069F6536}"/>
              </a:ext>
            </a:extLst>
          </p:cNvPr>
          <p:cNvSpPr/>
          <p:nvPr userDrawn="1"/>
        </p:nvSpPr>
        <p:spPr>
          <a:xfrm flipH="1">
            <a:off x="6311507" y="1101431"/>
            <a:ext cx="2514600" cy="6900"/>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a:p>
        </p:txBody>
      </p:sp>
      <p:sp>
        <p:nvSpPr>
          <p:cNvPr id="5" name="Rectangle: Rounded Corners 4">
            <a:extLst>
              <a:ext uri="{FF2B5EF4-FFF2-40B4-BE49-F238E27FC236}">
                <a16:creationId xmlns:a16="http://schemas.microsoft.com/office/drawing/2014/main" id="{06FEC253-B7C3-5EF3-5AF5-B4F9A789B4C2}"/>
              </a:ext>
            </a:extLst>
          </p:cNvPr>
          <p:cNvSpPr/>
          <p:nvPr userDrawn="1"/>
        </p:nvSpPr>
        <p:spPr>
          <a:xfrm>
            <a:off x="165100" y="745500"/>
            <a:ext cx="5838505" cy="3997950"/>
          </a:xfrm>
          <a:prstGeom prst="roundRect">
            <a:avLst>
              <a:gd name="adj" fmla="val 3661"/>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Google Shape;387;p31">
            <a:extLst>
              <a:ext uri="{FF2B5EF4-FFF2-40B4-BE49-F238E27FC236}">
                <a16:creationId xmlns:a16="http://schemas.microsoft.com/office/drawing/2014/main" id="{964DC8E5-832F-C892-9F43-52877FC37070}"/>
              </a:ext>
            </a:extLst>
          </p:cNvPr>
          <p:cNvSpPr/>
          <p:nvPr userDrawn="1"/>
        </p:nvSpPr>
        <p:spPr>
          <a:xfrm flipH="1">
            <a:off x="306332" y="1101431"/>
            <a:ext cx="5532120" cy="6900"/>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dirty="0"/>
          </a:p>
        </p:txBody>
      </p:sp>
      <p:sp>
        <p:nvSpPr>
          <p:cNvPr id="10" name="Content Placeholder 2">
            <a:extLst>
              <a:ext uri="{FF2B5EF4-FFF2-40B4-BE49-F238E27FC236}">
                <a16:creationId xmlns:a16="http://schemas.microsoft.com/office/drawing/2014/main" id="{692A4A8F-02E4-0113-C912-0BD04DC39F65}"/>
              </a:ext>
            </a:extLst>
          </p:cNvPr>
          <p:cNvSpPr>
            <a:spLocks noGrp="1"/>
          </p:cNvSpPr>
          <p:nvPr userDrawn="1">
            <p:ph idx="1"/>
          </p:nvPr>
        </p:nvSpPr>
        <p:spPr>
          <a:xfrm>
            <a:off x="6315393" y="1210392"/>
            <a:ext cx="2523807" cy="3408713"/>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latin typeface="Poppins" panose="00000500000000000000" pitchFamily="2" charset="0"/>
                <a:cs typeface="Poppins" panose="00000500000000000000" pitchFamily="2" charset="0"/>
              </a:defRPr>
            </a:lvl1pPr>
            <a:lvl2pPr marL="231775" indent="-168275">
              <a:lnSpc>
                <a:spcPct val="110000"/>
              </a:lnSpc>
              <a:spcBef>
                <a:spcPts val="400"/>
              </a:spcBef>
              <a:buClr>
                <a:schemeClr val="accent2"/>
              </a:buClr>
              <a:buFont typeface="Poppins" panose="00000500000000000000" pitchFamily="2" charset="0"/>
              <a:buChar char="&gt;"/>
              <a:defRPr sz="900">
                <a:latin typeface="Poppins" panose="00000500000000000000" pitchFamily="2" charset="0"/>
                <a:cs typeface="Poppins" panose="00000500000000000000" pitchFamily="2" charset="0"/>
              </a:defRPr>
            </a:lvl2pPr>
            <a:lvl3pPr marL="396875" indent="-174625">
              <a:lnSpc>
                <a:spcPct val="110000"/>
              </a:lnSpc>
              <a:spcBef>
                <a:spcPts val="400"/>
              </a:spcBef>
              <a:buClr>
                <a:schemeClr val="accent3"/>
              </a:buClr>
              <a:buFont typeface="Poppins" panose="00000500000000000000" pitchFamily="2" charset="0"/>
              <a:buChar char="&gt;"/>
              <a:defRPr sz="800">
                <a:latin typeface="Poppins" panose="00000500000000000000" pitchFamily="2" charset="0"/>
                <a:cs typeface="Poppins" panose="00000500000000000000" pitchFamily="2" charset="0"/>
              </a:defRPr>
            </a:lvl3pPr>
            <a:lvl4pPr marL="569913" indent="-168275">
              <a:lnSpc>
                <a:spcPct val="110000"/>
              </a:lnSpc>
              <a:spcBef>
                <a:spcPts val="400"/>
              </a:spcBef>
              <a:buClr>
                <a:schemeClr val="accent6"/>
              </a:buClr>
              <a:buFont typeface="Poppins" panose="00000500000000000000" pitchFamily="2" charset="0"/>
              <a:buChar char="&gt;"/>
              <a:defRPr sz="700">
                <a:latin typeface="Poppins" panose="00000500000000000000" pitchFamily="2" charset="0"/>
                <a:cs typeface="Poppins" panose="00000500000000000000" pitchFamily="2" charset="0"/>
              </a:defRPr>
            </a:lvl4pPr>
            <a:lvl5pPr marL="741363" indent="-174625">
              <a:lnSpc>
                <a:spcPct val="110000"/>
              </a:lnSpc>
              <a:spcBef>
                <a:spcPts val="400"/>
              </a:spcBef>
              <a:buClr>
                <a:schemeClr val="accent5"/>
              </a:buClr>
              <a:buFont typeface="Poppins" panose="00000500000000000000" pitchFamily="2" charset="0"/>
              <a:buChar char="&gt;"/>
              <a:tabLst>
                <a:tab pos="741363" algn="l"/>
              </a:tabLst>
              <a:defRPr sz="600">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a:extLst>
              <a:ext uri="{FF2B5EF4-FFF2-40B4-BE49-F238E27FC236}">
                <a16:creationId xmlns:a16="http://schemas.microsoft.com/office/drawing/2014/main" id="{4D8BF979-EE76-DBEB-F683-85D541FEFB81}"/>
              </a:ext>
            </a:extLst>
          </p:cNvPr>
          <p:cNvSpPr>
            <a:spLocks noGrp="1"/>
          </p:cNvSpPr>
          <p:nvPr userDrawn="1">
            <p:ph idx="13"/>
          </p:nvPr>
        </p:nvSpPr>
        <p:spPr>
          <a:xfrm>
            <a:off x="313952" y="1210392"/>
            <a:ext cx="5497263" cy="3408713"/>
          </a:xfrm>
          <a:prstGeom prst="rect">
            <a:avLst/>
          </a:prstGeom>
        </p:spPr>
        <p:txBody>
          <a:bodyPr/>
          <a:lstStyle>
            <a:lvl1pPr marL="2286" indent="0" algn="just">
              <a:lnSpc>
                <a:spcPct val="110000"/>
              </a:lnSpc>
              <a:spcBef>
                <a:spcPts val="400"/>
              </a:spcBef>
              <a:buClr>
                <a:schemeClr val="bg2"/>
              </a:buClr>
              <a:buFont typeface="Poppins" panose="00000500000000000000" pitchFamily="2" charset="0"/>
              <a:buNone/>
              <a:defRPr sz="1000">
                <a:latin typeface="Poppins" panose="00000500000000000000" pitchFamily="2" charset="0"/>
                <a:cs typeface="Poppins" panose="00000500000000000000" pitchFamily="2" charset="0"/>
              </a:defRPr>
            </a:lvl1pPr>
            <a:lvl2pPr marL="231775" indent="-168275" algn="just">
              <a:lnSpc>
                <a:spcPct val="110000"/>
              </a:lnSpc>
              <a:spcBef>
                <a:spcPts val="400"/>
              </a:spcBef>
              <a:buClr>
                <a:schemeClr val="accent2"/>
              </a:buClr>
              <a:buFont typeface="Poppins" panose="00000500000000000000" pitchFamily="2" charset="0"/>
              <a:buChar char="&gt;"/>
              <a:defRPr sz="900">
                <a:latin typeface="Poppins" panose="00000500000000000000" pitchFamily="2" charset="0"/>
                <a:cs typeface="Poppins" panose="00000500000000000000" pitchFamily="2" charset="0"/>
              </a:defRPr>
            </a:lvl2pPr>
            <a:lvl3pPr marL="396875" indent="-174625" algn="just">
              <a:lnSpc>
                <a:spcPct val="110000"/>
              </a:lnSpc>
              <a:spcBef>
                <a:spcPts val="400"/>
              </a:spcBef>
              <a:buClr>
                <a:schemeClr val="accent3"/>
              </a:buClr>
              <a:buFont typeface="Poppins" panose="00000500000000000000" pitchFamily="2" charset="0"/>
              <a:buChar char="&gt;"/>
              <a:defRPr sz="800">
                <a:latin typeface="Poppins" panose="00000500000000000000" pitchFamily="2" charset="0"/>
                <a:cs typeface="Poppins" panose="00000500000000000000" pitchFamily="2" charset="0"/>
              </a:defRPr>
            </a:lvl3pPr>
            <a:lvl4pPr marL="569913" indent="-168275" algn="just">
              <a:lnSpc>
                <a:spcPct val="110000"/>
              </a:lnSpc>
              <a:spcBef>
                <a:spcPts val="400"/>
              </a:spcBef>
              <a:buClr>
                <a:schemeClr val="accent6"/>
              </a:buClr>
              <a:buFont typeface="Poppins" panose="00000500000000000000" pitchFamily="2" charset="0"/>
              <a:buChar char="&gt;"/>
              <a:defRPr sz="700">
                <a:latin typeface="Poppins" panose="00000500000000000000" pitchFamily="2" charset="0"/>
                <a:cs typeface="Poppins" panose="00000500000000000000" pitchFamily="2" charset="0"/>
              </a:defRPr>
            </a:lvl4pPr>
            <a:lvl5pPr marL="741363" indent="-174625" algn="just">
              <a:lnSpc>
                <a:spcPct val="110000"/>
              </a:lnSpc>
              <a:spcBef>
                <a:spcPts val="400"/>
              </a:spcBef>
              <a:buClr>
                <a:schemeClr val="accent5"/>
              </a:buClr>
              <a:buFont typeface="Poppins" panose="00000500000000000000" pitchFamily="2" charset="0"/>
              <a:buChar char="&gt;"/>
              <a:defRPr sz="600">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2">
            <a:extLst>
              <a:ext uri="{FF2B5EF4-FFF2-40B4-BE49-F238E27FC236}">
                <a16:creationId xmlns:a16="http://schemas.microsoft.com/office/drawing/2014/main" id="{8CF24688-0C3C-B9E9-F666-5F6E68858C7D}"/>
              </a:ext>
            </a:extLst>
          </p:cNvPr>
          <p:cNvSpPr>
            <a:spLocks noGrp="1"/>
          </p:cNvSpPr>
          <p:nvPr>
            <p:ph type="body" idx="14"/>
          </p:nvPr>
        </p:nvSpPr>
        <p:spPr>
          <a:xfrm>
            <a:off x="6221902" y="878189"/>
            <a:ext cx="2609512" cy="216616"/>
          </a:xfrm>
          <a:prstGeom prst="rect">
            <a:avLst/>
          </a:prstGeom>
        </p:spPr>
        <p:txBody>
          <a:bodyPr>
            <a:normAutofit/>
          </a:bodyPr>
          <a:lstStyle>
            <a:lvl1pPr marL="0" indent="0">
              <a:buNone/>
              <a:defRPr sz="1000">
                <a:solidFill>
                  <a:schemeClr val="tx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16" name="Text Placeholder 2">
            <a:extLst>
              <a:ext uri="{FF2B5EF4-FFF2-40B4-BE49-F238E27FC236}">
                <a16:creationId xmlns:a16="http://schemas.microsoft.com/office/drawing/2014/main" id="{BC258F3E-D3FF-D9EC-B1BD-272EAC8CACBC}"/>
              </a:ext>
            </a:extLst>
          </p:cNvPr>
          <p:cNvSpPr>
            <a:spLocks noGrp="1"/>
          </p:cNvSpPr>
          <p:nvPr>
            <p:ph type="body" idx="15"/>
          </p:nvPr>
        </p:nvSpPr>
        <p:spPr>
          <a:xfrm>
            <a:off x="217064" y="884815"/>
            <a:ext cx="5601433" cy="216616"/>
          </a:xfrm>
          <a:prstGeom prst="rect">
            <a:avLst/>
          </a:prstGeom>
        </p:spPr>
        <p:txBody>
          <a:bodyPr>
            <a:normAutofit/>
          </a:bodyPr>
          <a:lstStyle>
            <a:lvl1pPr marL="0" indent="0">
              <a:buNone/>
              <a:defRPr sz="1000">
                <a:solidFill>
                  <a:schemeClr val="tx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3" name="Google Shape;58;p15">
            <a:extLst>
              <a:ext uri="{FF2B5EF4-FFF2-40B4-BE49-F238E27FC236}">
                <a16:creationId xmlns:a16="http://schemas.microsoft.com/office/drawing/2014/main" id="{74F63D16-D4A3-357B-0648-2BE03066859B}"/>
              </a:ext>
            </a:extLst>
          </p:cNvPr>
          <p:cNvSpPr txBox="1">
            <a:spLocks noGrp="1"/>
          </p:cNvSpPr>
          <p:nvPr>
            <p:ph type="title"/>
          </p:nvPr>
        </p:nvSpPr>
        <p:spPr>
          <a:xfrm>
            <a:off x="1076863" y="253694"/>
            <a:ext cx="4866738"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tx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4" name="Text Placeholder 2">
            <a:extLst>
              <a:ext uri="{FF2B5EF4-FFF2-40B4-BE49-F238E27FC236}">
                <a16:creationId xmlns:a16="http://schemas.microsoft.com/office/drawing/2014/main" id="{A8DDC07F-4829-3817-6A3D-E056853C6F6A}"/>
              </a:ext>
            </a:extLst>
          </p:cNvPr>
          <p:cNvSpPr>
            <a:spLocks noGrp="1"/>
          </p:cNvSpPr>
          <p:nvPr>
            <p:ph type="body" sz="quarter" idx="16"/>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lvl1pPr>
          </a:lstStyle>
          <a:p>
            <a:pPr lvl="0"/>
            <a:r>
              <a:rPr lang="en-US" dirty="0"/>
              <a:t>Click to edit Master text styles</a:t>
            </a:r>
          </a:p>
        </p:txBody>
      </p:sp>
    </p:spTree>
    <p:extLst>
      <p:ext uri="{BB962C8B-B14F-4D97-AF65-F5344CB8AC3E}">
        <p14:creationId xmlns:p14="http://schemas.microsoft.com/office/powerpoint/2010/main" val="4208245601"/>
      </p:ext>
    </p:extLst>
  </p:cSld>
  <p:clrMapOvr>
    <a:masterClrMapping/>
  </p:clrMapOvr>
  <p:extLst>
    <p:ext uri="{DCECCB84-F9BA-43D5-87BE-67443E8EF086}">
      <p15:sldGuideLst xmlns:p15="http://schemas.microsoft.com/office/powerpoint/2012/main">
        <p15:guide id="2" pos="5644">
          <p15:clr>
            <a:srgbClr val="E46962"/>
          </p15:clr>
        </p15:guide>
        <p15:guide id="3" orient="horz" pos="468" userDrawn="1">
          <p15:clr>
            <a:srgbClr val="E46962"/>
          </p15:clr>
        </p15:guide>
        <p15:guide id="4" orient="horz" pos="2988">
          <p15:clr>
            <a:srgbClr val="FBAE40"/>
          </p15:clr>
        </p15:guide>
        <p15:guide id="6" pos="2928">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Custom Layout 1" preserve="1" userDrawn="1">
  <p:cSld name="Two left big">
    <p:bg>
      <p:bgPr>
        <a:solidFill>
          <a:srgbClr val="FDF9FF">
            <a:alpha val="80000"/>
          </a:srgbClr>
        </a:solidFill>
        <a:effectLst/>
      </p:bgPr>
    </p:bg>
    <p:spTree>
      <p:nvGrpSpPr>
        <p:cNvPr id="1" name="Shape 57"/>
        <p:cNvGrpSpPr/>
        <p:nvPr/>
      </p:nvGrpSpPr>
      <p:grpSpPr>
        <a:xfrm>
          <a:off x="0" y="0"/>
          <a:ext cx="0" cy="0"/>
          <a:chOff x="0" y="0"/>
          <a:chExt cx="0" cy="0"/>
        </a:xfrm>
      </p:grpSpPr>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tx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fld id="{00000000-1234-1234-1234-123412341234}" type="slidenum">
              <a:rPr lang="en" smtClean="0"/>
              <a:pPr/>
              <a:t>‹#›</a:t>
            </a:fld>
            <a:endParaRPr lang="en"/>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61" name="Google Shape;61;p15"/>
          <p:cNvSpPr txBox="1"/>
          <p:nvPr/>
        </p:nvSpPr>
        <p:spPr>
          <a:xfrm>
            <a:off x="100225" y="4847300"/>
            <a:ext cx="1079700"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bg1"/>
              </a:solidFill>
              <a:latin typeface="Poppins"/>
              <a:ea typeface="Poppins"/>
              <a:cs typeface="Poppins"/>
              <a:sym typeface="Poppins"/>
            </a:endParaRPr>
          </a:p>
        </p:txBody>
      </p:sp>
      <p:sp>
        <p:nvSpPr>
          <p:cNvPr id="6" name="Rectangle: Rounded Corners 5">
            <a:extLst>
              <a:ext uri="{FF2B5EF4-FFF2-40B4-BE49-F238E27FC236}">
                <a16:creationId xmlns:a16="http://schemas.microsoft.com/office/drawing/2014/main" id="{8F3146B3-9351-959D-ADA8-7B33359A7BEB}"/>
              </a:ext>
            </a:extLst>
          </p:cNvPr>
          <p:cNvSpPr/>
          <p:nvPr userDrawn="1"/>
        </p:nvSpPr>
        <p:spPr>
          <a:xfrm>
            <a:off x="6157913" y="742950"/>
            <a:ext cx="2803207" cy="4002288"/>
          </a:xfrm>
          <a:prstGeom prst="roundRect">
            <a:avLst>
              <a:gd name="adj" fmla="val 4728"/>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6FEC253-B7C3-5EF3-5AF5-B4F9A789B4C2}"/>
              </a:ext>
            </a:extLst>
          </p:cNvPr>
          <p:cNvSpPr/>
          <p:nvPr userDrawn="1"/>
        </p:nvSpPr>
        <p:spPr>
          <a:xfrm>
            <a:off x="165100" y="742950"/>
            <a:ext cx="5838505" cy="4002288"/>
          </a:xfrm>
          <a:prstGeom prst="roundRect">
            <a:avLst>
              <a:gd name="adj" fmla="val 3661"/>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Google Shape;58;p15">
            <a:extLst>
              <a:ext uri="{FF2B5EF4-FFF2-40B4-BE49-F238E27FC236}">
                <a16:creationId xmlns:a16="http://schemas.microsoft.com/office/drawing/2014/main" id="{74F63D16-D4A3-357B-0648-2BE03066859B}"/>
              </a:ext>
            </a:extLst>
          </p:cNvPr>
          <p:cNvSpPr txBox="1">
            <a:spLocks noGrp="1"/>
          </p:cNvSpPr>
          <p:nvPr>
            <p:ph type="title"/>
          </p:nvPr>
        </p:nvSpPr>
        <p:spPr>
          <a:xfrm>
            <a:off x="1076863" y="253694"/>
            <a:ext cx="4873088"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tx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4" name="Text Placeholder 2">
            <a:extLst>
              <a:ext uri="{FF2B5EF4-FFF2-40B4-BE49-F238E27FC236}">
                <a16:creationId xmlns:a16="http://schemas.microsoft.com/office/drawing/2014/main" id="{0D1AF0E9-27DA-011C-2E4C-19976821A797}"/>
              </a:ext>
            </a:extLst>
          </p:cNvPr>
          <p:cNvSpPr>
            <a:spLocks noGrp="1"/>
          </p:cNvSpPr>
          <p:nvPr>
            <p:ph type="body" sz="quarter" idx="16"/>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lvl1pPr>
          </a:lstStyle>
          <a:p>
            <a:pPr lvl="0"/>
            <a:r>
              <a:rPr lang="en-US" dirty="0"/>
              <a:t>Click to edit Master text styles</a:t>
            </a:r>
          </a:p>
        </p:txBody>
      </p:sp>
      <p:sp>
        <p:nvSpPr>
          <p:cNvPr id="9" name="Content Placeholder 2">
            <a:extLst>
              <a:ext uri="{FF2B5EF4-FFF2-40B4-BE49-F238E27FC236}">
                <a16:creationId xmlns:a16="http://schemas.microsoft.com/office/drawing/2014/main" id="{655E6669-356B-88D0-61EA-506719F4B29B}"/>
              </a:ext>
            </a:extLst>
          </p:cNvPr>
          <p:cNvSpPr>
            <a:spLocks noGrp="1"/>
          </p:cNvSpPr>
          <p:nvPr>
            <p:ph idx="1"/>
          </p:nvPr>
        </p:nvSpPr>
        <p:spPr>
          <a:xfrm>
            <a:off x="6315393" y="866182"/>
            <a:ext cx="2523807" cy="3835872"/>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latin typeface="Poppins" panose="00000500000000000000" pitchFamily="2" charset="0"/>
                <a:cs typeface="Poppins" panose="00000500000000000000" pitchFamily="2" charset="0"/>
              </a:defRPr>
            </a:lvl1pPr>
            <a:lvl2pPr marL="231775" indent="-168275">
              <a:lnSpc>
                <a:spcPct val="110000"/>
              </a:lnSpc>
              <a:spcBef>
                <a:spcPts val="400"/>
              </a:spcBef>
              <a:buClr>
                <a:schemeClr val="accent2"/>
              </a:buClr>
              <a:buFont typeface="Poppins" panose="00000500000000000000" pitchFamily="2" charset="0"/>
              <a:buChar char="&gt;"/>
              <a:defRPr sz="900">
                <a:latin typeface="Poppins" panose="00000500000000000000" pitchFamily="2" charset="0"/>
                <a:cs typeface="Poppins" panose="00000500000000000000" pitchFamily="2" charset="0"/>
              </a:defRPr>
            </a:lvl2pPr>
            <a:lvl3pPr marL="396875" indent="-174625">
              <a:lnSpc>
                <a:spcPct val="110000"/>
              </a:lnSpc>
              <a:spcBef>
                <a:spcPts val="400"/>
              </a:spcBef>
              <a:buClr>
                <a:schemeClr val="accent3"/>
              </a:buClr>
              <a:buFont typeface="Poppins" panose="00000500000000000000" pitchFamily="2" charset="0"/>
              <a:buChar char="&gt;"/>
              <a:defRPr sz="800">
                <a:latin typeface="Poppins" panose="00000500000000000000" pitchFamily="2" charset="0"/>
                <a:cs typeface="Poppins" panose="00000500000000000000" pitchFamily="2" charset="0"/>
              </a:defRPr>
            </a:lvl3pPr>
            <a:lvl4pPr marL="569913" indent="-168275">
              <a:lnSpc>
                <a:spcPct val="110000"/>
              </a:lnSpc>
              <a:spcBef>
                <a:spcPts val="400"/>
              </a:spcBef>
              <a:buClr>
                <a:schemeClr val="accent6"/>
              </a:buClr>
              <a:buFont typeface="Poppins" panose="00000500000000000000" pitchFamily="2" charset="0"/>
              <a:buChar char="&gt;"/>
              <a:defRPr sz="700">
                <a:latin typeface="Poppins" panose="00000500000000000000" pitchFamily="2" charset="0"/>
                <a:cs typeface="Poppins" panose="00000500000000000000" pitchFamily="2" charset="0"/>
              </a:defRPr>
            </a:lvl4pPr>
            <a:lvl5pPr marL="741363" indent="-174625">
              <a:lnSpc>
                <a:spcPct val="110000"/>
              </a:lnSpc>
              <a:spcBef>
                <a:spcPts val="400"/>
              </a:spcBef>
              <a:buClr>
                <a:schemeClr val="accent5"/>
              </a:buClr>
              <a:buFont typeface="Poppins" panose="00000500000000000000" pitchFamily="2" charset="0"/>
              <a:buChar char="&gt;"/>
              <a:tabLst>
                <a:tab pos="741363" algn="l"/>
              </a:tabLst>
              <a:defRPr sz="600">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E25A1932-D47B-A661-22A5-88027823DAF7}"/>
              </a:ext>
            </a:extLst>
          </p:cNvPr>
          <p:cNvSpPr>
            <a:spLocks noGrp="1"/>
          </p:cNvSpPr>
          <p:nvPr>
            <p:ph idx="13"/>
          </p:nvPr>
        </p:nvSpPr>
        <p:spPr>
          <a:xfrm>
            <a:off x="313952" y="866182"/>
            <a:ext cx="5497263" cy="3835872"/>
          </a:xfrm>
          <a:prstGeom prst="rect">
            <a:avLst/>
          </a:prstGeom>
        </p:spPr>
        <p:txBody>
          <a:bodyPr/>
          <a:lstStyle>
            <a:lvl1pPr marL="2286" indent="0" algn="just">
              <a:lnSpc>
                <a:spcPct val="110000"/>
              </a:lnSpc>
              <a:spcBef>
                <a:spcPts val="400"/>
              </a:spcBef>
              <a:buClr>
                <a:schemeClr val="bg2"/>
              </a:buClr>
              <a:buFont typeface="Poppins" panose="00000500000000000000" pitchFamily="2" charset="0"/>
              <a:buNone/>
              <a:defRPr sz="1000">
                <a:latin typeface="Poppins" panose="00000500000000000000" pitchFamily="2" charset="0"/>
                <a:cs typeface="Poppins" panose="00000500000000000000" pitchFamily="2" charset="0"/>
              </a:defRPr>
            </a:lvl1pPr>
            <a:lvl2pPr marL="231775" indent="-168275" algn="just">
              <a:lnSpc>
                <a:spcPct val="110000"/>
              </a:lnSpc>
              <a:spcBef>
                <a:spcPts val="400"/>
              </a:spcBef>
              <a:buClr>
                <a:schemeClr val="accent2"/>
              </a:buClr>
              <a:buFont typeface="Poppins" panose="00000500000000000000" pitchFamily="2" charset="0"/>
              <a:buChar char="&gt;"/>
              <a:defRPr sz="900">
                <a:latin typeface="Poppins" panose="00000500000000000000" pitchFamily="2" charset="0"/>
                <a:cs typeface="Poppins" panose="00000500000000000000" pitchFamily="2" charset="0"/>
              </a:defRPr>
            </a:lvl2pPr>
            <a:lvl3pPr marL="396875" indent="-174625" algn="just">
              <a:lnSpc>
                <a:spcPct val="110000"/>
              </a:lnSpc>
              <a:spcBef>
                <a:spcPts val="400"/>
              </a:spcBef>
              <a:buClr>
                <a:schemeClr val="accent3"/>
              </a:buClr>
              <a:buFont typeface="Poppins" panose="00000500000000000000" pitchFamily="2" charset="0"/>
              <a:buChar char="&gt;"/>
              <a:defRPr sz="800">
                <a:latin typeface="Poppins" panose="00000500000000000000" pitchFamily="2" charset="0"/>
                <a:cs typeface="Poppins" panose="00000500000000000000" pitchFamily="2" charset="0"/>
              </a:defRPr>
            </a:lvl3pPr>
            <a:lvl4pPr marL="569913" indent="-168275" algn="just">
              <a:lnSpc>
                <a:spcPct val="110000"/>
              </a:lnSpc>
              <a:spcBef>
                <a:spcPts val="400"/>
              </a:spcBef>
              <a:buClr>
                <a:schemeClr val="accent6"/>
              </a:buClr>
              <a:buFont typeface="Poppins" panose="00000500000000000000" pitchFamily="2" charset="0"/>
              <a:buChar char="&gt;"/>
              <a:defRPr sz="700">
                <a:latin typeface="Poppins" panose="00000500000000000000" pitchFamily="2" charset="0"/>
                <a:cs typeface="Poppins" panose="00000500000000000000" pitchFamily="2" charset="0"/>
              </a:defRPr>
            </a:lvl4pPr>
            <a:lvl5pPr marL="741363" indent="-174625" algn="just">
              <a:lnSpc>
                <a:spcPct val="110000"/>
              </a:lnSpc>
              <a:spcBef>
                <a:spcPts val="400"/>
              </a:spcBef>
              <a:buClr>
                <a:schemeClr val="accent5"/>
              </a:buClr>
              <a:buFont typeface="Poppins" panose="00000500000000000000" pitchFamily="2" charset="0"/>
              <a:buChar char="&gt;"/>
              <a:defRPr sz="600">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74860040"/>
      </p:ext>
    </p:extLst>
  </p:cSld>
  <p:clrMapOvr>
    <a:masterClrMapping/>
  </p:clrMapOvr>
  <p:extLst>
    <p:ext uri="{DCECCB84-F9BA-43D5-87BE-67443E8EF086}">
      <p15:sldGuideLst xmlns:p15="http://schemas.microsoft.com/office/powerpoint/2012/main">
        <p15:guide id="2" pos="5644">
          <p15:clr>
            <a:srgbClr val="E46962"/>
          </p15:clr>
        </p15:guide>
        <p15:guide id="3" orient="horz" pos="468" userDrawn="1">
          <p15:clr>
            <a:srgbClr val="E46962"/>
          </p15:clr>
        </p15:guide>
        <p15:guide id="4" orient="horz" pos="2988">
          <p15:clr>
            <a:srgbClr val="FBAE40"/>
          </p15:clr>
        </p15:guide>
        <p15:guide id="6" pos="2928">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Custom Layout 1" preserve="1" userDrawn="1">
  <p:cSld name="Two left big dark w/subtitle">
    <p:bg>
      <p:bgPr>
        <a:solidFill>
          <a:srgbClr val="FDF9FF">
            <a:alpha val="80000"/>
          </a:srgbClr>
        </a:solidFill>
        <a:effectLst/>
      </p:bgPr>
    </p:bg>
    <p:spTree>
      <p:nvGrpSpPr>
        <p:cNvPr id="1" name="Shape 57"/>
        <p:cNvGrpSpPr/>
        <p:nvPr/>
      </p:nvGrpSpPr>
      <p:grpSpPr>
        <a:xfrm>
          <a:off x="0" y="0"/>
          <a:ext cx="0" cy="0"/>
          <a:chOff x="0" y="0"/>
          <a:chExt cx="0" cy="0"/>
        </a:xfrm>
      </p:grpSpPr>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tx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fld id="{00000000-1234-1234-1234-123412341234}" type="slidenum">
              <a:rPr lang="en" smtClean="0"/>
              <a:pPr/>
              <a:t>‹#›</a:t>
            </a:fld>
            <a:endParaRPr lang="en"/>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61" name="Google Shape;61;p15"/>
          <p:cNvSpPr txBox="1"/>
          <p:nvPr/>
        </p:nvSpPr>
        <p:spPr>
          <a:xfrm>
            <a:off x="100225" y="4847300"/>
            <a:ext cx="1079700"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bg1"/>
              </a:solidFill>
              <a:latin typeface="Poppins"/>
              <a:ea typeface="Poppins"/>
              <a:cs typeface="Poppins"/>
              <a:sym typeface="Poppins"/>
            </a:endParaRPr>
          </a:p>
        </p:txBody>
      </p:sp>
      <p:sp>
        <p:nvSpPr>
          <p:cNvPr id="6" name="Rectangle: Rounded Corners 5">
            <a:extLst>
              <a:ext uri="{FF2B5EF4-FFF2-40B4-BE49-F238E27FC236}">
                <a16:creationId xmlns:a16="http://schemas.microsoft.com/office/drawing/2014/main" id="{8F3146B3-9351-959D-ADA8-7B33359A7BEB}"/>
              </a:ext>
            </a:extLst>
          </p:cNvPr>
          <p:cNvSpPr/>
          <p:nvPr userDrawn="1"/>
        </p:nvSpPr>
        <p:spPr>
          <a:xfrm>
            <a:off x="6157913" y="751850"/>
            <a:ext cx="2803207" cy="3991600"/>
          </a:xfrm>
          <a:prstGeom prst="roundRect">
            <a:avLst>
              <a:gd name="adj" fmla="val 4728"/>
            </a:avLst>
          </a:prstGeom>
          <a:solidFill>
            <a:srgbClr val="0A0B2B"/>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Google Shape;387;p31">
            <a:extLst>
              <a:ext uri="{FF2B5EF4-FFF2-40B4-BE49-F238E27FC236}">
                <a16:creationId xmlns:a16="http://schemas.microsoft.com/office/drawing/2014/main" id="{95468A94-276B-AAC5-C3E4-F8A9069F6536}"/>
              </a:ext>
            </a:extLst>
          </p:cNvPr>
          <p:cNvSpPr/>
          <p:nvPr userDrawn="1"/>
        </p:nvSpPr>
        <p:spPr>
          <a:xfrm flipH="1">
            <a:off x="6311507" y="1107781"/>
            <a:ext cx="2514600" cy="6900"/>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a:p>
        </p:txBody>
      </p:sp>
      <p:sp>
        <p:nvSpPr>
          <p:cNvPr id="5" name="Rectangle: Rounded Corners 4">
            <a:extLst>
              <a:ext uri="{FF2B5EF4-FFF2-40B4-BE49-F238E27FC236}">
                <a16:creationId xmlns:a16="http://schemas.microsoft.com/office/drawing/2014/main" id="{06FEC253-B7C3-5EF3-5AF5-B4F9A789B4C2}"/>
              </a:ext>
            </a:extLst>
          </p:cNvPr>
          <p:cNvSpPr/>
          <p:nvPr userDrawn="1"/>
        </p:nvSpPr>
        <p:spPr>
          <a:xfrm>
            <a:off x="165100" y="751850"/>
            <a:ext cx="5838505" cy="3991600"/>
          </a:xfrm>
          <a:prstGeom prst="roundRect">
            <a:avLst>
              <a:gd name="adj" fmla="val 3661"/>
            </a:avLst>
          </a:prstGeom>
          <a:solidFill>
            <a:srgbClr val="0A0B2B"/>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Google Shape;387;p31">
            <a:extLst>
              <a:ext uri="{FF2B5EF4-FFF2-40B4-BE49-F238E27FC236}">
                <a16:creationId xmlns:a16="http://schemas.microsoft.com/office/drawing/2014/main" id="{964DC8E5-832F-C892-9F43-52877FC37070}"/>
              </a:ext>
            </a:extLst>
          </p:cNvPr>
          <p:cNvSpPr/>
          <p:nvPr userDrawn="1"/>
        </p:nvSpPr>
        <p:spPr>
          <a:xfrm flipH="1">
            <a:off x="306332" y="1107781"/>
            <a:ext cx="5532120" cy="6900"/>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dirty="0"/>
          </a:p>
        </p:txBody>
      </p:sp>
      <p:sp>
        <p:nvSpPr>
          <p:cNvPr id="15" name="Text Placeholder 2">
            <a:extLst>
              <a:ext uri="{FF2B5EF4-FFF2-40B4-BE49-F238E27FC236}">
                <a16:creationId xmlns:a16="http://schemas.microsoft.com/office/drawing/2014/main" id="{8CF24688-0C3C-B9E9-F666-5F6E68858C7D}"/>
              </a:ext>
            </a:extLst>
          </p:cNvPr>
          <p:cNvSpPr>
            <a:spLocks noGrp="1"/>
          </p:cNvSpPr>
          <p:nvPr>
            <p:ph type="body" idx="14"/>
          </p:nvPr>
        </p:nvSpPr>
        <p:spPr>
          <a:xfrm>
            <a:off x="6221902" y="884539"/>
            <a:ext cx="2609512" cy="216616"/>
          </a:xfrm>
          <a:prstGeom prst="rect">
            <a:avLst/>
          </a:prstGeom>
        </p:spPr>
        <p:txBody>
          <a:bodyPr>
            <a:normAutofit/>
          </a:bodyPr>
          <a:lstStyle>
            <a:lvl1pPr marL="0" indent="0">
              <a:buNone/>
              <a:defRPr sz="1000">
                <a:solidFill>
                  <a:schemeClr val="bg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16" name="Text Placeholder 2">
            <a:extLst>
              <a:ext uri="{FF2B5EF4-FFF2-40B4-BE49-F238E27FC236}">
                <a16:creationId xmlns:a16="http://schemas.microsoft.com/office/drawing/2014/main" id="{BC258F3E-D3FF-D9EC-B1BD-272EAC8CACBC}"/>
              </a:ext>
            </a:extLst>
          </p:cNvPr>
          <p:cNvSpPr>
            <a:spLocks noGrp="1"/>
          </p:cNvSpPr>
          <p:nvPr>
            <p:ph type="body" idx="15"/>
          </p:nvPr>
        </p:nvSpPr>
        <p:spPr>
          <a:xfrm>
            <a:off x="217064" y="884539"/>
            <a:ext cx="5601433" cy="216616"/>
          </a:xfrm>
          <a:prstGeom prst="rect">
            <a:avLst/>
          </a:prstGeom>
        </p:spPr>
        <p:txBody>
          <a:bodyPr>
            <a:normAutofit/>
          </a:bodyPr>
          <a:lstStyle>
            <a:lvl1pPr marL="0" indent="0">
              <a:buNone/>
              <a:defRPr sz="1000">
                <a:solidFill>
                  <a:schemeClr val="bg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3" name="Google Shape;58;p15">
            <a:extLst>
              <a:ext uri="{FF2B5EF4-FFF2-40B4-BE49-F238E27FC236}">
                <a16:creationId xmlns:a16="http://schemas.microsoft.com/office/drawing/2014/main" id="{74F63D16-D4A3-357B-0648-2BE03066859B}"/>
              </a:ext>
            </a:extLst>
          </p:cNvPr>
          <p:cNvSpPr txBox="1">
            <a:spLocks noGrp="1"/>
          </p:cNvSpPr>
          <p:nvPr>
            <p:ph type="title"/>
          </p:nvPr>
        </p:nvSpPr>
        <p:spPr>
          <a:xfrm>
            <a:off x="1076863" y="253694"/>
            <a:ext cx="4860388"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tx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4" name="Text Placeholder 2">
            <a:extLst>
              <a:ext uri="{FF2B5EF4-FFF2-40B4-BE49-F238E27FC236}">
                <a16:creationId xmlns:a16="http://schemas.microsoft.com/office/drawing/2014/main" id="{867376E5-AB64-5AA2-1373-F24B76C90428}"/>
              </a:ext>
            </a:extLst>
          </p:cNvPr>
          <p:cNvSpPr>
            <a:spLocks noGrp="1"/>
          </p:cNvSpPr>
          <p:nvPr>
            <p:ph type="body" sz="quarter" idx="16"/>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lvl1pPr>
          </a:lstStyle>
          <a:p>
            <a:pPr lvl="0"/>
            <a:r>
              <a:rPr lang="en-US" dirty="0"/>
              <a:t>Click to edit Master text styles</a:t>
            </a:r>
          </a:p>
        </p:txBody>
      </p:sp>
      <p:sp>
        <p:nvSpPr>
          <p:cNvPr id="11" name="Content Placeholder 2">
            <a:extLst>
              <a:ext uri="{FF2B5EF4-FFF2-40B4-BE49-F238E27FC236}">
                <a16:creationId xmlns:a16="http://schemas.microsoft.com/office/drawing/2014/main" id="{FC31A726-23F1-3A52-540A-0B9B3FB7A5C3}"/>
              </a:ext>
            </a:extLst>
          </p:cNvPr>
          <p:cNvSpPr>
            <a:spLocks noGrp="1"/>
          </p:cNvSpPr>
          <p:nvPr>
            <p:ph idx="1"/>
          </p:nvPr>
        </p:nvSpPr>
        <p:spPr>
          <a:xfrm>
            <a:off x="6315393" y="1216742"/>
            <a:ext cx="2523807" cy="3403299"/>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bg1"/>
                </a:solidFill>
                <a:latin typeface="Poppins" panose="00000500000000000000" pitchFamily="2" charset="0"/>
                <a:cs typeface="Poppins" panose="00000500000000000000" pitchFamily="2" charset="0"/>
              </a:defRPr>
            </a:lvl1pPr>
            <a:lvl2pPr marL="231775" indent="-168275">
              <a:lnSpc>
                <a:spcPct val="110000"/>
              </a:lnSpc>
              <a:spcBef>
                <a:spcPts val="400"/>
              </a:spcBef>
              <a:buClr>
                <a:schemeClr val="accent2"/>
              </a:buClr>
              <a:buFont typeface="Poppins" panose="00000500000000000000" pitchFamily="2" charset="0"/>
              <a:buChar char="&gt;"/>
              <a:defRPr sz="900">
                <a:solidFill>
                  <a:schemeClr val="bg1"/>
                </a:solidFill>
                <a:latin typeface="Poppins" panose="00000500000000000000" pitchFamily="2" charset="0"/>
                <a:cs typeface="Poppins" panose="00000500000000000000" pitchFamily="2" charset="0"/>
              </a:defRPr>
            </a:lvl2pPr>
            <a:lvl3pPr marL="396875" indent="-174625">
              <a:lnSpc>
                <a:spcPct val="110000"/>
              </a:lnSpc>
              <a:spcBef>
                <a:spcPts val="400"/>
              </a:spcBef>
              <a:buClr>
                <a:schemeClr val="accent3"/>
              </a:buClr>
              <a:buFont typeface="Poppins" panose="00000500000000000000" pitchFamily="2" charset="0"/>
              <a:buChar char="&gt;"/>
              <a:defRPr sz="800">
                <a:solidFill>
                  <a:schemeClr val="bg1"/>
                </a:solidFill>
                <a:latin typeface="Poppins" panose="00000500000000000000" pitchFamily="2" charset="0"/>
                <a:cs typeface="Poppins" panose="00000500000000000000" pitchFamily="2" charset="0"/>
              </a:defRPr>
            </a:lvl3pPr>
            <a:lvl4pPr marL="569913" indent="-168275">
              <a:lnSpc>
                <a:spcPct val="110000"/>
              </a:lnSpc>
              <a:spcBef>
                <a:spcPts val="400"/>
              </a:spcBef>
              <a:buClr>
                <a:schemeClr val="accent6"/>
              </a:buClr>
              <a:buFont typeface="Poppins" panose="00000500000000000000" pitchFamily="2" charset="0"/>
              <a:buChar char="&gt;"/>
              <a:defRPr sz="700">
                <a:solidFill>
                  <a:schemeClr val="bg1"/>
                </a:solidFill>
                <a:latin typeface="Poppins" panose="00000500000000000000" pitchFamily="2" charset="0"/>
                <a:cs typeface="Poppins" panose="00000500000000000000" pitchFamily="2" charset="0"/>
              </a:defRPr>
            </a:lvl4pPr>
            <a:lvl5pPr marL="741363" indent="-174625">
              <a:lnSpc>
                <a:spcPct val="110000"/>
              </a:lnSpc>
              <a:spcBef>
                <a:spcPts val="400"/>
              </a:spcBef>
              <a:buClr>
                <a:schemeClr val="accent5"/>
              </a:buClr>
              <a:buFont typeface="Poppins" panose="00000500000000000000" pitchFamily="2" charset="0"/>
              <a:buChar char="&gt;"/>
              <a:tabLst>
                <a:tab pos="741363" algn="l"/>
              </a:tabLst>
              <a:defRPr sz="600">
                <a:solidFill>
                  <a:schemeClr val="bg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688B10F5-C54A-C562-ACE9-05F679CD1940}"/>
              </a:ext>
            </a:extLst>
          </p:cNvPr>
          <p:cNvSpPr>
            <a:spLocks noGrp="1"/>
          </p:cNvSpPr>
          <p:nvPr>
            <p:ph idx="13"/>
          </p:nvPr>
        </p:nvSpPr>
        <p:spPr>
          <a:xfrm>
            <a:off x="313952" y="1216742"/>
            <a:ext cx="5497263" cy="3403299"/>
          </a:xfrm>
          <a:prstGeom prst="rect">
            <a:avLst/>
          </a:prstGeom>
        </p:spPr>
        <p:txBody>
          <a:bodyPr/>
          <a:lstStyle>
            <a:lvl1pPr marL="2286" indent="0" algn="just">
              <a:lnSpc>
                <a:spcPct val="110000"/>
              </a:lnSpc>
              <a:spcBef>
                <a:spcPts val="400"/>
              </a:spcBef>
              <a:buClr>
                <a:schemeClr val="bg2"/>
              </a:buClr>
              <a:buFont typeface="Poppins" panose="00000500000000000000" pitchFamily="2" charset="0"/>
              <a:buNone/>
              <a:defRPr sz="1000">
                <a:solidFill>
                  <a:schemeClr val="bg1"/>
                </a:solidFill>
                <a:latin typeface="Poppins" panose="00000500000000000000" pitchFamily="2" charset="0"/>
                <a:cs typeface="Poppins" panose="00000500000000000000" pitchFamily="2" charset="0"/>
              </a:defRPr>
            </a:lvl1pPr>
            <a:lvl2pPr marL="231775" indent="-168275" algn="just">
              <a:lnSpc>
                <a:spcPct val="110000"/>
              </a:lnSpc>
              <a:spcBef>
                <a:spcPts val="400"/>
              </a:spcBef>
              <a:buClr>
                <a:schemeClr val="accent2"/>
              </a:buClr>
              <a:buFont typeface="Poppins" panose="00000500000000000000" pitchFamily="2" charset="0"/>
              <a:buChar char="&gt;"/>
              <a:defRPr sz="900">
                <a:solidFill>
                  <a:schemeClr val="bg1"/>
                </a:solidFill>
                <a:latin typeface="Poppins" panose="00000500000000000000" pitchFamily="2" charset="0"/>
                <a:cs typeface="Poppins" panose="00000500000000000000" pitchFamily="2" charset="0"/>
              </a:defRPr>
            </a:lvl2pPr>
            <a:lvl3pPr marL="396875" indent="-174625" algn="just">
              <a:lnSpc>
                <a:spcPct val="110000"/>
              </a:lnSpc>
              <a:spcBef>
                <a:spcPts val="400"/>
              </a:spcBef>
              <a:buClr>
                <a:schemeClr val="accent3"/>
              </a:buClr>
              <a:buFont typeface="Poppins" panose="00000500000000000000" pitchFamily="2" charset="0"/>
              <a:buChar char="&gt;"/>
              <a:defRPr sz="800">
                <a:solidFill>
                  <a:schemeClr val="bg1"/>
                </a:solidFill>
                <a:latin typeface="Poppins" panose="00000500000000000000" pitchFamily="2" charset="0"/>
                <a:cs typeface="Poppins" panose="00000500000000000000" pitchFamily="2" charset="0"/>
              </a:defRPr>
            </a:lvl3pPr>
            <a:lvl4pPr marL="569913" indent="-168275" algn="just">
              <a:lnSpc>
                <a:spcPct val="110000"/>
              </a:lnSpc>
              <a:spcBef>
                <a:spcPts val="400"/>
              </a:spcBef>
              <a:buClr>
                <a:schemeClr val="accent6"/>
              </a:buClr>
              <a:buFont typeface="Poppins" panose="00000500000000000000" pitchFamily="2" charset="0"/>
              <a:buChar char="&gt;"/>
              <a:defRPr sz="700">
                <a:solidFill>
                  <a:schemeClr val="bg1"/>
                </a:solidFill>
                <a:latin typeface="Poppins" panose="00000500000000000000" pitchFamily="2" charset="0"/>
                <a:cs typeface="Poppins" panose="00000500000000000000" pitchFamily="2" charset="0"/>
              </a:defRPr>
            </a:lvl4pPr>
            <a:lvl5pPr marL="741363" indent="-174625" algn="just">
              <a:lnSpc>
                <a:spcPct val="110000"/>
              </a:lnSpc>
              <a:spcBef>
                <a:spcPts val="400"/>
              </a:spcBef>
              <a:buClr>
                <a:schemeClr val="accent5"/>
              </a:buClr>
              <a:buFont typeface="Poppins" panose="00000500000000000000" pitchFamily="2" charset="0"/>
              <a:buChar char="&gt;"/>
              <a:defRPr sz="600">
                <a:solidFill>
                  <a:schemeClr val="bg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89452363"/>
      </p:ext>
    </p:extLst>
  </p:cSld>
  <p:clrMapOvr>
    <a:masterClrMapping/>
  </p:clrMapOvr>
  <p:extLst>
    <p:ext uri="{DCECCB84-F9BA-43D5-87BE-67443E8EF086}">
      <p15:sldGuideLst xmlns:p15="http://schemas.microsoft.com/office/powerpoint/2012/main">
        <p15:guide id="2" pos="5644">
          <p15:clr>
            <a:srgbClr val="E46962"/>
          </p15:clr>
        </p15:guide>
        <p15:guide id="3" orient="horz" pos="468" userDrawn="1">
          <p15:clr>
            <a:srgbClr val="E46962"/>
          </p15:clr>
        </p15:guide>
        <p15:guide id="4" orient="horz" pos="2988">
          <p15:clr>
            <a:srgbClr val="FBAE40"/>
          </p15:clr>
        </p15:guide>
        <p15:guide id="6" pos="2928">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Custom Layout 1" preserve="1" userDrawn="1">
  <p:cSld name="Two left big dark">
    <p:bg>
      <p:bgPr>
        <a:solidFill>
          <a:srgbClr val="FDF9FF">
            <a:alpha val="80000"/>
          </a:srgbClr>
        </a:solidFill>
        <a:effectLst/>
      </p:bgPr>
    </p:bg>
    <p:spTree>
      <p:nvGrpSpPr>
        <p:cNvPr id="1" name="Shape 57"/>
        <p:cNvGrpSpPr/>
        <p:nvPr/>
      </p:nvGrpSpPr>
      <p:grpSpPr>
        <a:xfrm>
          <a:off x="0" y="0"/>
          <a:ext cx="0" cy="0"/>
          <a:chOff x="0" y="0"/>
          <a:chExt cx="0" cy="0"/>
        </a:xfrm>
      </p:grpSpPr>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tx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fld id="{00000000-1234-1234-1234-123412341234}" type="slidenum">
              <a:rPr lang="en" smtClean="0"/>
              <a:pPr/>
              <a:t>‹#›</a:t>
            </a:fld>
            <a:endParaRPr lang="en"/>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61" name="Google Shape;61;p15"/>
          <p:cNvSpPr txBox="1"/>
          <p:nvPr/>
        </p:nvSpPr>
        <p:spPr>
          <a:xfrm>
            <a:off x="100225" y="4847300"/>
            <a:ext cx="1079700"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bg1"/>
              </a:solidFill>
              <a:latin typeface="Poppins"/>
              <a:ea typeface="Poppins"/>
              <a:cs typeface="Poppins"/>
              <a:sym typeface="Poppins"/>
            </a:endParaRPr>
          </a:p>
        </p:txBody>
      </p:sp>
      <p:sp>
        <p:nvSpPr>
          <p:cNvPr id="6" name="Rectangle: Rounded Corners 5">
            <a:extLst>
              <a:ext uri="{FF2B5EF4-FFF2-40B4-BE49-F238E27FC236}">
                <a16:creationId xmlns:a16="http://schemas.microsoft.com/office/drawing/2014/main" id="{8F3146B3-9351-959D-ADA8-7B33359A7BEB}"/>
              </a:ext>
            </a:extLst>
          </p:cNvPr>
          <p:cNvSpPr/>
          <p:nvPr userDrawn="1"/>
        </p:nvSpPr>
        <p:spPr>
          <a:xfrm>
            <a:off x="6157913" y="742950"/>
            <a:ext cx="2803207" cy="4002288"/>
          </a:xfrm>
          <a:prstGeom prst="roundRect">
            <a:avLst>
              <a:gd name="adj" fmla="val 4728"/>
            </a:avLst>
          </a:prstGeom>
          <a:solidFill>
            <a:srgbClr val="0A0B2B"/>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6FEC253-B7C3-5EF3-5AF5-B4F9A789B4C2}"/>
              </a:ext>
            </a:extLst>
          </p:cNvPr>
          <p:cNvSpPr/>
          <p:nvPr userDrawn="1"/>
        </p:nvSpPr>
        <p:spPr>
          <a:xfrm>
            <a:off x="165100" y="742950"/>
            <a:ext cx="5838505" cy="4002288"/>
          </a:xfrm>
          <a:prstGeom prst="roundRect">
            <a:avLst>
              <a:gd name="adj" fmla="val 3661"/>
            </a:avLst>
          </a:prstGeom>
          <a:solidFill>
            <a:srgbClr val="0A0B2B"/>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Google Shape;58;p15">
            <a:extLst>
              <a:ext uri="{FF2B5EF4-FFF2-40B4-BE49-F238E27FC236}">
                <a16:creationId xmlns:a16="http://schemas.microsoft.com/office/drawing/2014/main" id="{74F63D16-D4A3-357B-0648-2BE03066859B}"/>
              </a:ext>
            </a:extLst>
          </p:cNvPr>
          <p:cNvSpPr txBox="1">
            <a:spLocks noGrp="1"/>
          </p:cNvSpPr>
          <p:nvPr>
            <p:ph type="title"/>
          </p:nvPr>
        </p:nvSpPr>
        <p:spPr>
          <a:xfrm>
            <a:off x="1083213" y="253694"/>
            <a:ext cx="4866738"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tx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4" name="Text Placeholder 2">
            <a:extLst>
              <a:ext uri="{FF2B5EF4-FFF2-40B4-BE49-F238E27FC236}">
                <a16:creationId xmlns:a16="http://schemas.microsoft.com/office/drawing/2014/main" id="{081EDD10-4B5E-3133-E586-9DC93686E59D}"/>
              </a:ext>
            </a:extLst>
          </p:cNvPr>
          <p:cNvSpPr>
            <a:spLocks noGrp="1"/>
          </p:cNvSpPr>
          <p:nvPr>
            <p:ph type="body" sz="quarter" idx="16"/>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lvl1pPr>
          </a:lstStyle>
          <a:p>
            <a:pPr lvl="0"/>
            <a:r>
              <a:rPr lang="en-US" dirty="0"/>
              <a:t>Click to edit Master text styles</a:t>
            </a:r>
          </a:p>
        </p:txBody>
      </p:sp>
      <p:sp>
        <p:nvSpPr>
          <p:cNvPr id="8" name="Content Placeholder 2">
            <a:extLst>
              <a:ext uri="{FF2B5EF4-FFF2-40B4-BE49-F238E27FC236}">
                <a16:creationId xmlns:a16="http://schemas.microsoft.com/office/drawing/2014/main" id="{617409B2-B37F-4826-92CB-BB9BE9A01B1E}"/>
              </a:ext>
            </a:extLst>
          </p:cNvPr>
          <p:cNvSpPr>
            <a:spLocks noGrp="1"/>
          </p:cNvSpPr>
          <p:nvPr>
            <p:ph idx="1"/>
          </p:nvPr>
        </p:nvSpPr>
        <p:spPr>
          <a:xfrm>
            <a:off x="6315393" y="866182"/>
            <a:ext cx="2523807" cy="3835872"/>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solidFill>
                  <a:schemeClr val="bg1"/>
                </a:solidFill>
                <a:latin typeface="Poppins" panose="00000500000000000000" pitchFamily="2" charset="0"/>
                <a:cs typeface="Poppins" panose="00000500000000000000" pitchFamily="2" charset="0"/>
              </a:defRPr>
            </a:lvl1pPr>
            <a:lvl2pPr marL="231775" indent="-168275">
              <a:lnSpc>
                <a:spcPct val="110000"/>
              </a:lnSpc>
              <a:spcBef>
                <a:spcPts val="400"/>
              </a:spcBef>
              <a:buClr>
                <a:schemeClr val="accent2"/>
              </a:buClr>
              <a:buFont typeface="Poppins" panose="00000500000000000000" pitchFamily="2" charset="0"/>
              <a:buChar char="&gt;"/>
              <a:defRPr sz="900">
                <a:solidFill>
                  <a:schemeClr val="bg1"/>
                </a:solidFill>
                <a:latin typeface="Poppins" panose="00000500000000000000" pitchFamily="2" charset="0"/>
                <a:cs typeface="Poppins" panose="00000500000000000000" pitchFamily="2" charset="0"/>
              </a:defRPr>
            </a:lvl2pPr>
            <a:lvl3pPr marL="396875" indent="-174625">
              <a:lnSpc>
                <a:spcPct val="110000"/>
              </a:lnSpc>
              <a:spcBef>
                <a:spcPts val="400"/>
              </a:spcBef>
              <a:buClr>
                <a:schemeClr val="accent3"/>
              </a:buClr>
              <a:buFont typeface="Poppins" panose="00000500000000000000" pitchFamily="2" charset="0"/>
              <a:buChar char="&gt;"/>
              <a:defRPr sz="800">
                <a:solidFill>
                  <a:schemeClr val="bg1"/>
                </a:solidFill>
                <a:latin typeface="Poppins" panose="00000500000000000000" pitchFamily="2" charset="0"/>
                <a:cs typeface="Poppins" panose="00000500000000000000" pitchFamily="2" charset="0"/>
              </a:defRPr>
            </a:lvl3pPr>
            <a:lvl4pPr marL="569913" indent="-168275">
              <a:lnSpc>
                <a:spcPct val="110000"/>
              </a:lnSpc>
              <a:spcBef>
                <a:spcPts val="400"/>
              </a:spcBef>
              <a:buClr>
                <a:schemeClr val="accent6"/>
              </a:buClr>
              <a:buFont typeface="Poppins" panose="00000500000000000000" pitchFamily="2" charset="0"/>
              <a:buChar char="&gt;"/>
              <a:defRPr sz="700">
                <a:solidFill>
                  <a:schemeClr val="bg1"/>
                </a:solidFill>
                <a:latin typeface="Poppins" panose="00000500000000000000" pitchFamily="2" charset="0"/>
                <a:cs typeface="Poppins" panose="00000500000000000000" pitchFamily="2" charset="0"/>
              </a:defRPr>
            </a:lvl4pPr>
            <a:lvl5pPr marL="741363" indent="-174625">
              <a:lnSpc>
                <a:spcPct val="110000"/>
              </a:lnSpc>
              <a:spcBef>
                <a:spcPts val="400"/>
              </a:spcBef>
              <a:buClr>
                <a:schemeClr val="accent5"/>
              </a:buClr>
              <a:buFont typeface="Poppins" panose="00000500000000000000" pitchFamily="2" charset="0"/>
              <a:buChar char="&gt;"/>
              <a:tabLst>
                <a:tab pos="741363" algn="l"/>
              </a:tabLst>
              <a:defRPr sz="600">
                <a:solidFill>
                  <a:schemeClr val="bg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D0423D7E-C62B-55A6-E44F-0D452AA43CBD}"/>
              </a:ext>
            </a:extLst>
          </p:cNvPr>
          <p:cNvSpPr>
            <a:spLocks noGrp="1"/>
          </p:cNvSpPr>
          <p:nvPr>
            <p:ph idx="13"/>
          </p:nvPr>
        </p:nvSpPr>
        <p:spPr>
          <a:xfrm>
            <a:off x="313952" y="866182"/>
            <a:ext cx="5497263" cy="3835872"/>
          </a:xfrm>
          <a:prstGeom prst="rect">
            <a:avLst/>
          </a:prstGeom>
        </p:spPr>
        <p:txBody>
          <a:bodyPr/>
          <a:lstStyle>
            <a:lvl1pPr marL="2286" indent="0" algn="just">
              <a:lnSpc>
                <a:spcPct val="110000"/>
              </a:lnSpc>
              <a:spcBef>
                <a:spcPts val="400"/>
              </a:spcBef>
              <a:buClr>
                <a:schemeClr val="bg2"/>
              </a:buClr>
              <a:buFont typeface="Poppins" panose="00000500000000000000" pitchFamily="2" charset="0"/>
              <a:buNone/>
              <a:defRPr sz="1000">
                <a:solidFill>
                  <a:schemeClr val="bg1"/>
                </a:solidFill>
                <a:latin typeface="Poppins" panose="00000500000000000000" pitchFamily="2" charset="0"/>
                <a:cs typeface="Poppins" panose="00000500000000000000" pitchFamily="2" charset="0"/>
              </a:defRPr>
            </a:lvl1pPr>
            <a:lvl2pPr marL="231775" indent="-168275" algn="just">
              <a:lnSpc>
                <a:spcPct val="110000"/>
              </a:lnSpc>
              <a:spcBef>
                <a:spcPts val="400"/>
              </a:spcBef>
              <a:buClr>
                <a:schemeClr val="accent2"/>
              </a:buClr>
              <a:buFont typeface="Poppins" panose="00000500000000000000" pitchFamily="2" charset="0"/>
              <a:buChar char="&gt;"/>
              <a:defRPr sz="900">
                <a:solidFill>
                  <a:schemeClr val="bg1"/>
                </a:solidFill>
                <a:latin typeface="Poppins" panose="00000500000000000000" pitchFamily="2" charset="0"/>
                <a:cs typeface="Poppins" panose="00000500000000000000" pitchFamily="2" charset="0"/>
              </a:defRPr>
            </a:lvl2pPr>
            <a:lvl3pPr marL="396875" indent="-174625" algn="just">
              <a:lnSpc>
                <a:spcPct val="110000"/>
              </a:lnSpc>
              <a:spcBef>
                <a:spcPts val="400"/>
              </a:spcBef>
              <a:buClr>
                <a:schemeClr val="accent3"/>
              </a:buClr>
              <a:buFont typeface="Poppins" panose="00000500000000000000" pitchFamily="2" charset="0"/>
              <a:buChar char="&gt;"/>
              <a:defRPr sz="800">
                <a:solidFill>
                  <a:schemeClr val="bg1"/>
                </a:solidFill>
                <a:latin typeface="Poppins" panose="00000500000000000000" pitchFamily="2" charset="0"/>
                <a:cs typeface="Poppins" panose="00000500000000000000" pitchFamily="2" charset="0"/>
              </a:defRPr>
            </a:lvl3pPr>
            <a:lvl4pPr marL="569913" indent="-168275" algn="just">
              <a:lnSpc>
                <a:spcPct val="110000"/>
              </a:lnSpc>
              <a:spcBef>
                <a:spcPts val="400"/>
              </a:spcBef>
              <a:buClr>
                <a:schemeClr val="accent6"/>
              </a:buClr>
              <a:buFont typeface="Poppins" panose="00000500000000000000" pitchFamily="2" charset="0"/>
              <a:buChar char="&gt;"/>
              <a:defRPr sz="700">
                <a:solidFill>
                  <a:schemeClr val="bg1"/>
                </a:solidFill>
                <a:latin typeface="Poppins" panose="00000500000000000000" pitchFamily="2" charset="0"/>
                <a:cs typeface="Poppins" panose="00000500000000000000" pitchFamily="2" charset="0"/>
              </a:defRPr>
            </a:lvl4pPr>
            <a:lvl5pPr marL="741363" indent="-174625" algn="just">
              <a:lnSpc>
                <a:spcPct val="110000"/>
              </a:lnSpc>
              <a:spcBef>
                <a:spcPts val="400"/>
              </a:spcBef>
              <a:buClr>
                <a:schemeClr val="accent5"/>
              </a:buClr>
              <a:buFont typeface="Poppins" panose="00000500000000000000" pitchFamily="2" charset="0"/>
              <a:buChar char="&gt;"/>
              <a:defRPr sz="600">
                <a:solidFill>
                  <a:schemeClr val="bg1"/>
                </a:solidFill>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16517715"/>
      </p:ext>
    </p:extLst>
  </p:cSld>
  <p:clrMapOvr>
    <a:masterClrMapping/>
  </p:clrMapOvr>
  <p:extLst>
    <p:ext uri="{DCECCB84-F9BA-43D5-87BE-67443E8EF086}">
      <p15:sldGuideLst xmlns:p15="http://schemas.microsoft.com/office/powerpoint/2012/main">
        <p15:guide id="2" pos="5644">
          <p15:clr>
            <a:srgbClr val="E46962"/>
          </p15:clr>
        </p15:guide>
        <p15:guide id="3" orient="horz" pos="468" userDrawn="1">
          <p15:clr>
            <a:srgbClr val="E46962"/>
          </p15:clr>
        </p15:guide>
        <p15:guide id="4" orient="horz" pos="2988">
          <p15:clr>
            <a:srgbClr val="FBAE40"/>
          </p15:clr>
        </p15:guide>
        <p15:guide id="6" pos="2928">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Custom Layout 1" preserve="1" userDrawn="1">
  <p:cSld name="Two left big dark BG w/subtitle">
    <p:bg>
      <p:bgPr>
        <a:solidFill>
          <a:srgbClr val="0A0B2B"/>
        </a:solidFill>
        <a:effectLst/>
      </p:bgPr>
    </p:bg>
    <p:spTree>
      <p:nvGrpSpPr>
        <p:cNvPr id="1" name="Shape 57"/>
        <p:cNvGrpSpPr/>
        <p:nvPr/>
      </p:nvGrpSpPr>
      <p:grpSpPr>
        <a:xfrm>
          <a:off x="0" y="0"/>
          <a:ext cx="0" cy="0"/>
          <a:chOff x="0" y="0"/>
          <a:chExt cx="0" cy="0"/>
        </a:xfrm>
      </p:grpSpPr>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bg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fld id="{00000000-1234-1234-1234-123412341234}" type="slidenum">
              <a:rPr lang="en" smtClean="0"/>
              <a:pPr/>
              <a:t>‹#›</a:t>
            </a:fld>
            <a:endParaRPr lang="en"/>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61" name="Google Shape;61;p15"/>
          <p:cNvSpPr txBox="1"/>
          <p:nvPr/>
        </p:nvSpPr>
        <p:spPr>
          <a:xfrm>
            <a:off x="100225" y="4847300"/>
            <a:ext cx="1079700"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bg1"/>
              </a:solidFill>
              <a:latin typeface="Poppins"/>
              <a:ea typeface="Poppins"/>
              <a:cs typeface="Poppins"/>
              <a:sym typeface="Poppins"/>
            </a:endParaRPr>
          </a:p>
        </p:txBody>
      </p:sp>
      <p:sp>
        <p:nvSpPr>
          <p:cNvPr id="6" name="Rectangle: Rounded Corners 5">
            <a:extLst>
              <a:ext uri="{FF2B5EF4-FFF2-40B4-BE49-F238E27FC236}">
                <a16:creationId xmlns:a16="http://schemas.microsoft.com/office/drawing/2014/main" id="{8F3146B3-9351-959D-ADA8-7B33359A7BEB}"/>
              </a:ext>
            </a:extLst>
          </p:cNvPr>
          <p:cNvSpPr/>
          <p:nvPr userDrawn="1"/>
        </p:nvSpPr>
        <p:spPr>
          <a:xfrm>
            <a:off x="6157913" y="739150"/>
            <a:ext cx="2803207" cy="4004300"/>
          </a:xfrm>
          <a:prstGeom prst="roundRect">
            <a:avLst>
              <a:gd name="adj" fmla="val 4728"/>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Google Shape;387;p31">
            <a:extLst>
              <a:ext uri="{FF2B5EF4-FFF2-40B4-BE49-F238E27FC236}">
                <a16:creationId xmlns:a16="http://schemas.microsoft.com/office/drawing/2014/main" id="{95468A94-276B-AAC5-C3E4-F8A9069F6536}"/>
              </a:ext>
            </a:extLst>
          </p:cNvPr>
          <p:cNvSpPr/>
          <p:nvPr userDrawn="1"/>
        </p:nvSpPr>
        <p:spPr>
          <a:xfrm flipH="1">
            <a:off x="6311507" y="1095081"/>
            <a:ext cx="2514600" cy="6900"/>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a:p>
        </p:txBody>
      </p:sp>
      <p:sp>
        <p:nvSpPr>
          <p:cNvPr id="5" name="Rectangle: Rounded Corners 4">
            <a:extLst>
              <a:ext uri="{FF2B5EF4-FFF2-40B4-BE49-F238E27FC236}">
                <a16:creationId xmlns:a16="http://schemas.microsoft.com/office/drawing/2014/main" id="{06FEC253-B7C3-5EF3-5AF5-B4F9A789B4C2}"/>
              </a:ext>
            </a:extLst>
          </p:cNvPr>
          <p:cNvSpPr/>
          <p:nvPr userDrawn="1"/>
        </p:nvSpPr>
        <p:spPr>
          <a:xfrm>
            <a:off x="165100" y="739150"/>
            <a:ext cx="5838505" cy="4004300"/>
          </a:xfrm>
          <a:prstGeom prst="roundRect">
            <a:avLst>
              <a:gd name="adj" fmla="val 3661"/>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Google Shape;387;p31">
            <a:extLst>
              <a:ext uri="{FF2B5EF4-FFF2-40B4-BE49-F238E27FC236}">
                <a16:creationId xmlns:a16="http://schemas.microsoft.com/office/drawing/2014/main" id="{964DC8E5-832F-C892-9F43-52877FC37070}"/>
              </a:ext>
            </a:extLst>
          </p:cNvPr>
          <p:cNvSpPr/>
          <p:nvPr userDrawn="1"/>
        </p:nvSpPr>
        <p:spPr>
          <a:xfrm flipH="1">
            <a:off x="306332" y="1095081"/>
            <a:ext cx="5532120" cy="6900"/>
          </a:xfrm>
          <a:prstGeom prst="rect">
            <a:avLst/>
          </a:prstGeom>
          <a:gradFill>
            <a:gsLst>
              <a:gs pos="0">
                <a:srgbClr val="F41D41"/>
              </a:gs>
              <a:gs pos="100000">
                <a:srgbClr val="9C02F9"/>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dirty="0"/>
          </a:p>
        </p:txBody>
      </p:sp>
      <p:sp>
        <p:nvSpPr>
          <p:cNvPr id="15" name="Text Placeholder 2">
            <a:extLst>
              <a:ext uri="{FF2B5EF4-FFF2-40B4-BE49-F238E27FC236}">
                <a16:creationId xmlns:a16="http://schemas.microsoft.com/office/drawing/2014/main" id="{8CF24688-0C3C-B9E9-F666-5F6E68858C7D}"/>
              </a:ext>
            </a:extLst>
          </p:cNvPr>
          <p:cNvSpPr>
            <a:spLocks noGrp="1"/>
          </p:cNvSpPr>
          <p:nvPr>
            <p:ph type="body" idx="14"/>
          </p:nvPr>
        </p:nvSpPr>
        <p:spPr>
          <a:xfrm>
            <a:off x="6221902" y="878465"/>
            <a:ext cx="2609512" cy="216616"/>
          </a:xfrm>
          <a:prstGeom prst="rect">
            <a:avLst/>
          </a:prstGeom>
        </p:spPr>
        <p:txBody>
          <a:bodyPr>
            <a:normAutofit/>
          </a:bodyPr>
          <a:lstStyle>
            <a:lvl1pPr marL="0" indent="0">
              <a:buNone/>
              <a:defRPr sz="1000">
                <a:solidFill>
                  <a:schemeClr val="tx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16" name="Text Placeholder 2">
            <a:extLst>
              <a:ext uri="{FF2B5EF4-FFF2-40B4-BE49-F238E27FC236}">
                <a16:creationId xmlns:a16="http://schemas.microsoft.com/office/drawing/2014/main" id="{BC258F3E-D3FF-D9EC-B1BD-272EAC8CACBC}"/>
              </a:ext>
            </a:extLst>
          </p:cNvPr>
          <p:cNvSpPr>
            <a:spLocks noGrp="1"/>
          </p:cNvSpPr>
          <p:nvPr>
            <p:ph type="body" idx="15"/>
          </p:nvPr>
        </p:nvSpPr>
        <p:spPr>
          <a:xfrm>
            <a:off x="217064" y="878465"/>
            <a:ext cx="5601433" cy="216616"/>
          </a:xfrm>
          <a:prstGeom prst="rect">
            <a:avLst/>
          </a:prstGeom>
        </p:spPr>
        <p:txBody>
          <a:bodyPr>
            <a:normAutofit/>
          </a:bodyPr>
          <a:lstStyle>
            <a:lvl1pPr marL="0" indent="0">
              <a:buNone/>
              <a:defRPr sz="1000">
                <a:solidFill>
                  <a:schemeClr val="tx1"/>
                </a:solidFill>
                <a:latin typeface="Poppins SemiBold" panose="00000700000000000000" pitchFamily="2" charset="0"/>
                <a:cs typeface="Poppins SemiBold" panose="00000700000000000000" pitchFamily="2"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3" name="Google Shape;58;p15">
            <a:extLst>
              <a:ext uri="{FF2B5EF4-FFF2-40B4-BE49-F238E27FC236}">
                <a16:creationId xmlns:a16="http://schemas.microsoft.com/office/drawing/2014/main" id="{74F63D16-D4A3-357B-0648-2BE03066859B}"/>
              </a:ext>
            </a:extLst>
          </p:cNvPr>
          <p:cNvSpPr txBox="1">
            <a:spLocks noGrp="1"/>
          </p:cNvSpPr>
          <p:nvPr>
            <p:ph type="title"/>
          </p:nvPr>
        </p:nvSpPr>
        <p:spPr>
          <a:xfrm>
            <a:off x="1076863" y="253694"/>
            <a:ext cx="4866738"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bg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4" name="Text Placeholder 2">
            <a:extLst>
              <a:ext uri="{FF2B5EF4-FFF2-40B4-BE49-F238E27FC236}">
                <a16:creationId xmlns:a16="http://schemas.microsoft.com/office/drawing/2014/main" id="{F4A77A03-5EB8-082A-5DB9-CD2C1605DE01}"/>
              </a:ext>
            </a:extLst>
          </p:cNvPr>
          <p:cNvSpPr>
            <a:spLocks noGrp="1"/>
          </p:cNvSpPr>
          <p:nvPr>
            <p:ph type="body" sz="quarter" idx="16"/>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lvl1pPr>
          </a:lstStyle>
          <a:p>
            <a:pPr lvl="0"/>
            <a:r>
              <a:rPr lang="en-US" dirty="0"/>
              <a:t>Click to edit Master text styles</a:t>
            </a:r>
          </a:p>
        </p:txBody>
      </p:sp>
      <p:sp>
        <p:nvSpPr>
          <p:cNvPr id="11" name="Content Placeholder 2">
            <a:extLst>
              <a:ext uri="{FF2B5EF4-FFF2-40B4-BE49-F238E27FC236}">
                <a16:creationId xmlns:a16="http://schemas.microsoft.com/office/drawing/2014/main" id="{DCE455CA-850E-6A9C-AC54-3ADE33047D86}"/>
              </a:ext>
            </a:extLst>
          </p:cNvPr>
          <p:cNvSpPr>
            <a:spLocks noGrp="1"/>
          </p:cNvSpPr>
          <p:nvPr>
            <p:ph idx="1"/>
          </p:nvPr>
        </p:nvSpPr>
        <p:spPr>
          <a:xfrm>
            <a:off x="6315393" y="1204042"/>
            <a:ext cx="2523807" cy="3414127"/>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latin typeface="Poppins" panose="00000500000000000000" pitchFamily="2" charset="0"/>
                <a:cs typeface="Poppins" panose="00000500000000000000" pitchFamily="2" charset="0"/>
              </a:defRPr>
            </a:lvl1pPr>
            <a:lvl2pPr marL="231775" indent="-168275">
              <a:lnSpc>
                <a:spcPct val="110000"/>
              </a:lnSpc>
              <a:spcBef>
                <a:spcPts val="400"/>
              </a:spcBef>
              <a:buClr>
                <a:schemeClr val="accent2"/>
              </a:buClr>
              <a:buFont typeface="Poppins" panose="00000500000000000000" pitchFamily="2" charset="0"/>
              <a:buChar char="&gt;"/>
              <a:defRPr sz="900">
                <a:latin typeface="Poppins" panose="00000500000000000000" pitchFamily="2" charset="0"/>
                <a:cs typeface="Poppins" panose="00000500000000000000" pitchFamily="2" charset="0"/>
              </a:defRPr>
            </a:lvl2pPr>
            <a:lvl3pPr marL="396875" indent="-174625">
              <a:lnSpc>
                <a:spcPct val="110000"/>
              </a:lnSpc>
              <a:spcBef>
                <a:spcPts val="400"/>
              </a:spcBef>
              <a:buClr>
                <a:schemeClr val="accent3"/>
              </a:buClr>
              <a:buFont typeface="Poppins" panose="00000500000000000000" pitchFamily="2" charset="0"/>
              <a:buChar char="&gt;"/>
              <a:defRPr sz="800">
                <a:latin typeface="Poppins" panose="00000500000000000000" pitchFamily="2" charset="0"/>
                <a:cs typeface="Poppins" panose="00000500000000000000" pitchFamily="2" charset="0"/>
              </a:defRPr>
            </a:lvl3pPr>
            <a:lvl4pPr marL="569913" indent="-168275">
              <a:lnSpc>
                <a:spcPct val="110000"/>
              </a:lnSpc>
              <a:spcBef>
                <a:spcPts val="400"/>
              </a:spcBef>
              <a:buClr>
                <a:schemeClr val="accent6"/>
              </a:buClr>
              <a:buFont typeface="Poppins" panose="00000500000000000000" pitchFamily="2" charset="0"/>
              <a:buChar char="&gt;"/>
              <a:defRPr sz="700">
                <a:latin typeface="Poppins" panose="00000500000000000000" pitchFamily="2" charset="0"/>
                <a:cs typeface="Poppins" panose="00000500000000000000" pitchFamily="2" charset="0"/>
              </a:defRPr>
            </a:lvl4pPr>
            <a:lvl5pPr marL="741363" indent="-174625">
              <a:lnSpc>
                <a:spcPct val="110000"/>
              </a:lnSpc>
              <a:spcBef>
                <a:spcPts val="400"/>
              </a:spcBef>
              <a:buClr>
                <a:schemeClr val="accent5"/>
              </a:buClr>
              <a:buFont typeface="Poppins" panose="00000500000000000000" pitchFamily="2" charset="0"/>
              <a:buChar char="&gt;"/>
              <a:tabLst>
                <a:tab pos="741363" algn="l"/>
              </a:tabLst>
              <a:defRPr sz="600">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87C9A586-EB72-856D-C74E-7E93045F32FA}"/>
              </a:ext>
            </a:extLst>
          </p:cNvPr>
          <p:cNvSpPr>
            <a:spLocks noGrp="1"/>
          </p:cNvSpPr>
          <p:nvPr>
            <p:ph idx="13"/>
          </p:nvPr>
        </p:nvSpPr>
        <p:spPr>
          <a:xfrm>
            <a:off x="313952" y="1204042"/>
            <a:ext cx="5497263" cy="3414127"/>
          </a:xfrm>
          <a:prstGeom prst="rect">
            <a:avLst/>
          </a:prstGeom>
        </p:spPr>
        <p:txBody>
          <a:bodyPr/>
          <a:lstStyle>
            <a:lvl1pPr marL="2286" indent="0" algn="just">
              <a:lnSpc>
                <a:spcPct val="110000"/>
              </a:lnSpc>
              <a:spcBef>
                <a:spcPts val="400"/>
              </a:spcBef>
              <a:buClr>
                <a:schemeClr val="bg2"/>
              </a:buClr>
              <a:buFont typeface="Poppins" panose="00000500000000000000" pitchFamily="2" charset="0"/>
              <a:buNone/>
              <a:defRPr sz="1000">
                <a:latin typeface="Poppins" panose="00000500000000000000" pitchFamily="2" charset="0"/>
                <a:cs typeface="Poppins" panose="00000500000000000000" pitchFamily="2" charset="0"/>
              </a:defRPr>
            </a:lvl1pPr>
            <a:lvl2pPr marL="231775" indent="-168275" algn="just">
              <a:lnSpc>
                <a:spcPct val="110000"/>
              </a:lnSpc>
              <a:spcBef>
                <a:spcPts val="400"/>
              </a:spcBef>
              <a:buClr>
                <a:schemeClr val="accent2"/>
              </a:buClr>
              <a:buFont typeface="Poppins" panose="00000500000000000000" pitchFamily="2" charset="0"/>
              <a:buChar char="&gt;"/>
              <a:defRPr sz="900">
                <a:latin typeface="Poppins" panose="00000500000000000000" pitchFamily="2" charset="0"/>
                <a:cs typeface="Poppins" panose="00000500000000000000" pitchFamily="2" charset="0"/>
              </a:defRPr>
            </a:lvl2pPr>
            <a:lvl3pPr marL="396875" indent="-174625" algn="just">
              <a:lnSpc>
                <a:spcPct val="110000"/>
              </a:lnSpc>
              <a:spcBef>
                <a:spcPts val="400"/>
              </a:spcBef>
              <a:buClr>
                <a:schemeClr val="accent3"/>
              </a:buClr>
              <a:buFont typeface="Poppins" panose="00000500000000000000" pitchFamily="2" charset="0"/>
              <a:buChar char="&gt;"/>
              <a:defRPr sz="800">
                <a:latin typeface="Poppins" panose="00000500000000000000" pitchFamily="2" charset="0"/>
                <a:cs typeface="Poppins" panose="00000500000000000000" pitchFamily="2" charset="0"/>
              </a:defRPr>
            </a:lvl3pPr>
            <a:lvl4pPr marL="569913" indent="-168275" algn="just">
              <a:lnSpc>
                <a:spcPct val="110000"/>
              </a:lnSpc>
              <a:spcBef>
                <a:spcPts val="400"/>
              </a:spcBef>
              <a:buClr>
                <a:schemeClr val="accent6"/>
              </a:buClr>
              <a:buFont typeface="Poppins" panose="00000500000000000000" pitchFamily="2" charset="0"/>
              <a:buChar char="&gt;"/>
              <a:defRPr sz="700">
                <a:latin typeface="Poppins" panose="00000500000000000000" pitchFamily="2" charset="0"/>
                <a:cs typeface="Poppins" panose="00000500000000000000" pitchFamily="2" charset="0"/>
              </a:defRPr>
            </a:lvl4pPr>
            <a:lvl5pPr marL="741363" indent="-174625" algn="just">
              <a:lnSpc>
                <a:spcPct val="110000"/>
              </a:lnSpc>
              <a:spcBef>
                <a:spcPts val="400"/>
              </a:spcBef>
              <a:buClr>
                <a:schemeClr val="accent5"/>
              </a:buClr>
              <a:buFont typeface="Poppins" panose="00000500000000000000" pitchFamily="2" charset="0"/>
              <a:buChar char="&gt;"/>
              <a:defRPr sz="600">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86232058"/>
      </p:ext>
    </p:extLst>
  </p:cSld>
  <p:clrMapOvr>
    <a:masterClrMapping/>
  </p:clrMapOvr>
  <p:extLst>
    <p:ext uri="{DCECCB84-F9BA-43D5-87BE-67443E8EF086}">
      <p15:sldGuideLst xmlns:p15="http://schemas.microsoft.com/office/powerpoint/2012/main">
        <p15:guide id="2" pos="5644">
          <p15:clr>
            <a:srgbClr val="E46962"/>
          </p15:clr>
        </p15:guide>
        <p15:guide id="3" orient="horz" pos="468" userDrawn="1">
          <p15:clr>
            <a:srgbClr val="E46962"/>
          </p15:clr>
        </p15:guide>
        <p15:guide id="4" orient="horz" pos="2988">
          <p15:clr>
            <a:srgbClr val="FBAE40"/>
          </p15:clr>
        </p15:guide>
        <p15:guide id="6" pos="2928">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ustom Layout 1" preserve="1" userDrawn="1">
  <p:cSld name="Two left big dark BG">
    <p:bg>
      <p:bgPr>
        <a:solidFill>
          <a:srgbClr val="0A0B2B"/>
        </a:solidFill>
        <a:effectLst/>
      </p:bgPr>
    </p:bg>
    <p:spTree>
      <p:nvGrpSpPr>
        <p:cNvPr id="1" name="Shape 57"/>
        <p:cNvGrpSpPr/>
        <p:nvPr/>
      </p:nvGrpSpPr>
      <p:grpSpPr>
        <a:xfrm>
          <a:off x="0" y="0"/>
          <a:ext cx="0" cy="0"/>
          <a:chOff x="0" y="0"/>
          <a:chExt cx="0" cy="0"/>
        </a:xfrm>
      </p:grpSpPr>
      <p:sp>
        <p:nvSpPr>
          <p:cNvPr id="59" name="Google Shape;59;p15"/>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bg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fld id="{00000000-1234-1234-1234-123412341234}" type="slidenum">
              <a:rPr lang="en" smtClean="0"/>
              <a:pPr/>
              <a:t>‹#›</a:t>
            </a:fld>
            <a:endParaRPr lang="en"/>
          </a:p>
        </p:txBody>
      </p:sp>
      <p:pic>
        <p:nvPicPr>
          <p:cNvPr id="60" name="Google Shape;60;p15" descr="A colorful logo with black background&#10;&#10;AI-generated content may be incorrect."/>
          <p:cNvPicPr preferRelativeResize="0"/>
          <p:nvPr/>
        </p:nvPicPr>
        <p:blipFill rotWithShape="1">
          <a:blip r:embed="rId2">
            <a:alphaModFix/>
          </a:blip>
          <a:srcRect/>
          <a:stretch/>
        </p:blipFill>
        <p:spPr>
          <a:xfrm>
            <a:off x="8813494" y="4905262"/>
            <a:ext cx="146082" cy="116888"/>
          </a:xfrm>
          <a:prstGeom prst="rect">
            <a:avLst/>
          </a:prstGeom>
          <a:noFill/>
          <a:ln>
            <a:noFill/>
          </a:ln>
        </p:spPr>
      </p:pic>
      <p:sp>
        <p:nvSpPr>
          <p:cNvPr id="61" name="Google Shape;61;p15"/>
          <p:cNvSpPr txBox="1"/>
          <p:nvPr/>
        </p:nvSpPr>
        <p:spPr>
          <a:xfrm>
            <a:off x="100225" y="4847300"/>
            <a:ext cx="1079700"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bg1"/>
              </a:solidFill>
              <a:latin typeface="Poppins"/>
              <a:ea typeface="Poppins"/>
              <a:cs typeface="Poppins"/>
              <a:sym typeface="Poppins"/>
            </a:endParaRPr>
          </a:p>
        </p:txBody>
      </p:sp>
      <p:sp>
        <p:nvSpPr>
          <p:cNvPr id="6" name="Rectangle: Rounded Corners 5">
            <a:extLst>
              <a:ext uri="{FF2B5EF4-FFF2-40B4-BE49-F238E27FC236}">
                <a16:creationId xmlns:a16="http://schemas.microsoft.com/office/drawing/2014/main" id="{8F3146B3-9351-959D-ADA8-7B33359A7BEB}"/>
              </a:ext>
            </a:extLst>
          </p:cNvPr>
          <p:cNvSpPr/>
          <p:nvPr userDrawn="1"/>
        </p:nvSpPr>
        <p:spPr>
          <a:xfrm>
            <a:off x="6157913" y="742950"/>
            <a:ext cx="2803207" cy="4002288"/>
          </a:xfrm>
          <a:prstGeom prst="roundRect">
            <a:avLst>
              <a:gd name="adj" fmla="val 4728"/>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6FEC253-B7C3-5EF3-5AF5-B4F9A789B4C2}"/>
              </a:ext>
            </a:extLst>
          </p:cNvPr>
          <p:cNvSpPr/>
          <p:nvPr userDrawn="1"/>
        </p:nvSpPr>
        <p:spPr>
          <a:xfrm>
            <a:off x="165100" y="742950"/>
            <a:ext cx="5838505" cy="4002288"/>
          </a:xfrm>
          <a:prstGeom prst="roundRect">
            <a:avLst>
              <a:gd name="adj" fmla="val 3661"/>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Google Shape;58;p15">
            <a:extLst>
              <a:ext uri="{FF2B5EF4-FFF2-40B4-BE49-F238E27FC236}">
                <a16:creationId xmlns:a16="http://schemas.microsoft.com/office/drawing/2014/main" id="{74F63D16-D4A3-357B-0648-2BE03066859B}"/>
              </a:ext>
            </a:extLst>
          </p:cNvPr>
          <p:cNvSpPr txBox="1">
            <a:spLocks noGrp="1"/>
          </p:cNvSpPr>
          <p:nvPr>
            <p:ph type="title"/>
          </p:nvPr>
        </p:nvSpPr>
        <p:spPr>
          <a:xfrm>
            <a:off x="1083213" y="253694"/>
            <a:ext cx="4873088" cy="319528"/>
          </a:xfrm>
          <a:prstGeom prst="rect">
            <a:avLst/>
          </a:prstGeom>
          <a:noFill/>
          <a:ln>
            <a:noFill/>
          </a:ln>
        </p:spPr>
        <p:txBody>
          <a:bodyPr spcFirstLastPara="1" wrap="square" lIns="182875" tIns="45700" rIns="91425" bIns="45700" anchor="ctr" anchorCtr="0">
            <a:noAutofit/>
          </a:bodyPr>
          <a:lstStyle>
            <a:lvl1pPr marL="0" marR="0" lvl="0" indent="0" algn="l">
              <a:lnSpc>
                <a:spcPct val="110000"/>
              </a:lnSpc>
              <a:spcBef>
                <a:spcPts val="0"/>
              </a:spcBef>
              <a:spcAft>
                <a:spcPts val="0"/>
              </a:spcAft>
              <a:buNone/>
              <a:defRPr sz="1200">
                <a:solidFill>
                  <a:schemeClr val="bg1"/>
                </a:solidFill>
                <a:latin typeface="Poppins Medium"/>
                <a:ea typeface="Poppins Medium"/>
                <a:cs typeface="Poppins Medium"/>
                <a:sym typeface="Poppins Medium"/>
              </a:defRPr>
            </a:lvl1pPr>
            <a:lvl2pPr lvl="1">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2pPr>
            <a:lvl3pPr lvl="2">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3pPr>
            <a:lvl4pPr lvl="3">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4pPr>
            <a:lvl5pPr lvl="4">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5pPr>
            <a:lvl6pPr lvl="5">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6pPr>
            <a:lvl7pPr lvl="6">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7pPr>
            <a:lvl8pPr lvl="7">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8pPr>
            <a:lvl9pPr lvl="8">
              <a:lnSpc>
                <a:spcPct val="110000"/>
              </a:lnSpc>
              <a:spcBef>
                <a:spcPts val="0"/>
              </a:spcBef>
              <a:spcAft>
                <a:spcPts val="0"/>
              </a:spcAft>
              <a:buSzPts val="1200"/>
              <a:buFont typeface="Poppins Medium"/>
              <a:buNone/>
              <a:defRPr sz="1200">
                <a:latin typeface="Poppins Medium"/>
                <a:ea typeface="Poppins Medium"/>
                <a:cs typeface="Poppins Medium"/>
                <a:sym typeface="Poppins Medium"/>
              </a:defRPr>
            </a:lvl9pPr>
          </a:lstStyle>
          <a:p>
            <a:endParaRPr dirty="0"/>
          </a:p>
        </p:txBody>
      </p:sp>
      <p:sp>
        <p:nvSpPr>
          <p:cNvPr id="4" name="Text Placeholder 2">
            <a:extLst>
              <a:ext uri="{FF2B5EF4-FFF2-40B4-BE49-F238E27FC236}">
                <a16:creationId xmlns:a16="http://schemas.microsoft.com/office/drawing/2014/main" id="{113462E4-BE74-6314-D1F9-D660E58B22D1}"/>
              </a:ext>
            </a:extLst>
          </p:cNvPr>
          <p:cNvSpPr>
            <a:spLocks noGrp="1"/>
          </p:cNvSpPr>
          <p:nvPr>
            <p:ph type="body" sz="quarter" idx="16"/>
          </p:nvPr>
        </p:nvSpPr>
        <p:spPr>
          <a:xfrm>
            <a:off x="176213" y="260350"/>
            <a:ext cx="896937" cy="304800"/>
          </a:xfrm>
          <a:prstGeom prst="roundRect">
            <a:avLst>
              <a:gd name="adj" fmla="val 23189"/>
            </a:avLst>
          </a:prstGeom>
          <a:noFill/>
          <a:ln>
            <a:solidFill>
              <a:srgbClr val="7300BF"/>
            </a:solidFill>
          </a:ln>
        </p:spPr>
        <p:txBody>
          <a:bodyPr anchor="ctr">
            <a:noAutofit/>
          </a:bodyPr>
          <a:lstStyle>
            <a:lvl1pPr algn="ctr">
              <a:defRPr sz="800"/>
            </a:lvl1pPr>
          </a:lstStyle>
          <a:p>
            <a:pPr lvl="0"/>
            <a:r>
              <a:rPr lang="en-US" dirty="0"/>
              <a:t>Click to edit Master text styles</a:t>
            </a:r>
          </a:p>
        </p:txBody>
      </p:sp>
      <p:sp>
        <p:nvSpPr>
          <p:cNvPr id="11" name="Content Placeholder 2">
            <a:extLst>
              <a:ext uri="{FF2B5EF4-FFF2-40B4-BE49-F238E27FC236}">
                <a16:creationId xmlns:a16="http://schemas.microsoft.com/office/drawing/2014/main" id="{E540CC55-2BF3-D51D-2C93-8D2B7435F62E}"/>
              </a:ext>
            </a:extLst>
          </p:cNvPr>
          <p:cNvSpPr>
            <a:spLocks noGrp="1"/>
          </p:cNvSpPr>
          <p:nvPr>
            <p:ph idx="1"/>
          </p:nvPr>
        </p:nvSpPr>
        <p:spPr>
          <a:xfrm>
            <a:off x="6315393" y="866182"/>
            <a:ext cx="2523807" cy="3835872"/>
          </a:xfrm>
          <a:prstGeom prst="rect">
            <a:avLst/>
          </a:prstGeom>
        </p:spPr>
        <p:txBody>
          <a:bodyPr/>
          <a:lstStyle>
            <a:lvl1pPr marL="2286" indent="0">
              <a:lnSpc>
                <a:spcPct val="110000"/>
              </a:lnSpc>
              <a:spcBef>
                <a:spcPts val="400"/>
              </a:spcBef>
              <a:buClr>
                <a:schemeClr val="bg2"/>
              </a:buClr>
              <a:buFont typeface="Poppins" panose="00000500000000000000" pitchFamily="2" charset="0"/>
              <a:buNone/>
              <a:defRPr sz="1000">
                <a:latin typeface="Poppins" panose="00000500000000000000" pitchFamily="2" charset="0"/>
                <a:cs typeface="Poppins" panose="00000500000000000000" pitchFamily="2" charset="0"/>
              </a:defRPr>
            </a:lvl1pPr>
            <a:lvl2pPr marL="231775" indent="-168275">
              <a:lnSpc>
                <a:spcPct val="110000"/>
              </a:lnSpc>
              <a:spcBef>
                <a:spcPts val="400"/>
              </a:spcBef>
              <a:buClr>
                <a:schemeClr val="accent2"/>
              </a:buClr>
              <a:buFont typeface="Poppins" panose="00000500000000000000" pitchFamily="2" charset="0"/>
              <a:buChar char="&gt;"/>
              <a:defRPr sz="900">
                <a:latin typeface="Poppins" panose="00000500000000000000" pitchFamily="2" charset="0"/>
                <a:cs typeface="Poppins" panose="00000500000000000000" pitchFamily="2" charset="0"/>
              </a:defRPr>
            </a:lvl2pPr>
            <a:lvl3pPr marL="396875" indent="-174625">
              <a:lnSpc>
                <a:spcPct val="110000"/>
              </a:lnSpc>
              <a:spcBef>
                <a:spcPts val="400"/>
              </a:spcBef>
              <a:buClr>
                <a:schemeClr val="accent3"/>
              </a:buClr>
              <a:buFont typeface="Poppins" panose="00000500000000000000" pitchFamily="2" charset="0"/>
              <a:buChar char="&gt;"/>
              <a:defRPr sz="800">
                <a:latin typeface="Poppins" panose="00000500000000000000" pitchFamily="2" charset="0"/>
                <a:cs typeface="Poppins" panose="00000500000000000000" pitchFamily="2" charset="0"/>
              </a:defRPr>
            </a:lvl3pPr>
            <a:lvl4pPr marL="569913" indent="-168275">
              <a:lnSpc>
                <a:spcPct val="110000"/>
              </a:lnSpc>
              <a:spcBef>
                <a:spcPts val="400"/>
              </a:spcBef>
              <a:buClr>
                <a:schemeClr val="accent6"/>
              </a:buClr>
              <a:buFont typeface="Poppins" panose="00000500000000000000" pitchFamily="2" charset="0"/>
              <a:buChar char="&gt;"/>
              <a:defRPr sz="700">
                <a:latin typeface="Poppins" panose="00000500000000000000" pitchFamily="2" charset="0"/>
                <a:cs typeface="Poppins" panose="00000500000000000000" pitchFamily="2" charset="0"/>
              </a:defRPr>
            </a:lvl4pPr>
            <a:lvl5pPr marL="741363" indent="-174625">
              <a:lnSpc>
                <a:spcPct val="110000"/>
              </a:lnSpc>
              <a:spcBef>
                <a:spcPts val="400"/>
              </a:spcBef>
              <a:buClr>
                <a:schemeClr val="accent5"/>
              </a:buClr>
              <a:buFont typeface="Poppins" panose="00000500000000000000" pitchFamily="2" charset="0"/>
              <a:buChar char="&gt;"/>
              <a:tabLst>
                <a:tab pos="741363" algn="l"/>
              </a:tabLst>
              <a:defRPr sz="600">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1DD282D1-2E67-EC24-899C-7883177ADC13}"/>
              </a:ext>
            </a:extLst>
          </p:cNvPr>
          <p:cNvSpPr>
            <a:spLocks noGrp="1"/>
          </p:cNvSpPr>
          <p:nvPr>
            <p:ph idx="13"/>
          </p:nvPr>
        </p:nvSpPr>
        <p:spPr>
          <a:xfrm>
            <a:off x="313952" y="866182"/>
            <a:ext cx="5497263" cy="3835872"/>
          </a:xfrm>
          <a:prstGeom prst="rect">
            <a:avLst/>
          </a:prstGeom>
        </p:spPr>
        <p:txBody>
          <a:bodyPr/>
          <a:lstStyle>
            <a:lvl1pPr marL="2286" indent="0" algn="just">
              <a:lnSpc>
                <a:spcPct val="110000"/>
              </a:lnSpc>
              <a:spcBef>
                <a:spcPts val="400"/>
              </a:spcBef>
              <a:buClr>
                <a:schemeClr val="bg2"/>
              </a:buClr>
              <a:buFont typeface="Poppins" panose="00000500000000000000" pitchFamily="2" charset="0"/>
              <a:buNone/>
              <a:defRPr sz="1000">
                <a:latin typeface="Poppins" panose="00000500000000000000" pitchFamily="2" charset="0"/>
                <a:cs typeface="Poppins" panose="00000500000000000000" pitchFamily="2" charset="0"/>
              </a:defRPr>
            </a:lvl1pPr>
            <a:lvl2pPr marL="231775" indent="-168275" algn="just">
              <a:lnSpc>
                <a:spcPct val="110000"/>
              </a:lnSpc>
              <a:spcBef>
                <a:spcPts val="400"/>
              </a:spcBef>
              <a:buClr>
                <a:schemeClr val="accent2"/>
              </a:buClr>
              <a:buFont typeface="Poppins" panose="00000500000000000000" pitchFamily="2" charset="0"/>
              <a:buChar char="&gt;"/>
              <a:defRPr sz="900">
                <a:latin typeface="Poppins" panose="00000500000000000000" pitchFamily="2" charset="0"/>
                <a:cs typeface="Poppins" panose="00000500000000000000" pitchFamily="2" charset="0"/>
              </a:defRPr>
            </a:lvl2pPr>
            <a:lvl3pPr marL="396875" indent="-174625" algn="just">
              <a:lnSpc>
                <a:spcPct val="110000"/>
              </a:lnSpc>
              <a:spcBef>
                <a:spcPts val="400"/>
              </a:spcBef>
              <a:buClr>
                <a:schemeClr val="accent3"/>
              </a:buClr>
              <a:buFont typeface="Poppins" panose="00000500000000000000" pitchFamily="2" charset="0"/>
              <a:buChar char="&gt;"/>
              <a:defRPr sz="800">
                <a:latin typeface="Poppins" panose="00000500000000000000" pitchFamily="2" charset="0"/>
                <a:cs typeface="Poppins" panose="00000500000000000000" pitchFamily="2" charset="0"/>
              </a:defRPr>
            </a:lvl3pPr>
            <a:lvl4pPr marL="569913" indent="-168275" algn="just">
              <a:lnSpc>
                <a:spcPct val="110000"/>
              </a:lnSpc>
              <a:spcBef>
                <a:spcPts val="400"/>
              </a:spcBef>
              <a:buClr>
                <a:schemeClr val="accent6"/>
              </a:buClr>
              <a:buFont typeface="Poppins" panose="00000500000000000000" pitchFamily="2" charset="0"/>
              <a:buChar char="&gt;"/>
              <a:defRPr sz="700">
                <a:latin typeface="Poppins" panose="00000500000000000000" pitchFamily="2" charset="0"/>
                <a:cs typeface="Poppins" panose="00000500000000000000" pitchFamily="2" charset="0"/>
              </a:defRPr>
            </a:lvl4pPr>
            <a:lvl5pPr marL="741363" indent="-174625" algn="just">
              <a:lnSpc>
                <a:spcPct val="110000"/>
              </a:lnSpc>
              <a:spcBef>
                <a:spcPts val="400"/>
              </a:spcBef>
              <a:buClr>
                <a:schemeClr val="accent5"/>
              </a:buClr>
              <a:buFont typeface="Poppins" panose="00000500000000000000" pitchFamily="2" charset="0"/>
              <a:buChar char="&gt;"/>
              <a:defRPr sz="600">
                <a:latin typeface="Poppins" panose="00000500000000000000" pitchFamily="2" charset="0"/>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79744472"/>
      </p:ext>
    </p:extLst>
  </p:cSld>
  <p:clrMapOvr>
    <a:masterClrMapping/>
  </p:clrMapOvr>
  <p:extLst>
    <p:ext uri="{DCECCB84-F9BA-43D5-87BE-67443E8EF086}">
      <p15:sldGuideLst xmlns:p15="http://schemas.microsoft.com/office/powerpoint/2012/main">
        <p15:guide id="2" pos="5644">
          <p15:clr>
            <a:srgbClr val="E46962"/>
          </p15:clr>
        </p15:guide>
        <p15:guide id="3" orient="horz" pos="468" userDrawn="1">
          <p15:clr>
            <a:srgbClr val="E46962"/>
          </p15:clr>
        </p15:guide>
        <p15:guide id="4" orient="horz" pos="2988">
          <p15:clr>
            <a:srgbClr val="FBAE40"/>
          </p15:clr>
        </p15:guide>
        <p15:guide id="6" pos="2928">
          <p15:clr>
            <a:srgbClr val="FBAE40"/>
          </p15:clr>
        </p15:guide>
        <p15:guide id="7" pos="3024">
          <p15:clr>
            <a:srgbClr val="FBAE40"/>
          </p15:clr>
        </p15:guide>
        <p15:guide id="8" pos="96">
          <p15:clr>
            <a:srgbClr val="FBAE40"/>
          </p15:clr>
        </p15:guide>
        <p15:guide id="9" pos="192">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Custom Layout 3" preserve="1" userDrawn="1">
  <p:cSld name="Closing slide">
    <p:bg>
      <p:bgPr>
        <a:gradFill>
          <a:gsLst>
            <a:gs pos="0">
              <a:srgbClr val="7E00C8"/>
            </a:gs>
            <a:gs pos="100000">
              <a:srgbClr val="D500AE"/>
            </a:gs>
          </a:gsLst>
          <a:lin ang="5400000" scaled="0"/>
        </a:gradFill>
        <a:effectLst/>
      </p:bgPr>
    </p:bg>
    <p:spTree>
      <p:nvGrpSpPr>
        <p:cNvPr id="1" name="Shape 67"/>
        <p:cNvGrpSpPr/>
        <p:nvPr/>
      </p:nvGrpSpPr>
      <p:grpSpPr>
        <a:xfrm>
          <a:off x="0" y="0"/>
          <a:ext cx="0" cy="0"/>
          <a:chOff x="0" y="0"/>
          <a:chExt cx="0" cy="0"/>
        </a:xfrm>
      </p:grpSpPr>
      <p:pic>
        <p:nvPicPr>
          <p:cNvPr id="6" name="Google Shape;863;p43" descr="A colorful logo with black background&#10;&#10;AI-generated content may be incorrect.">
            <a:extLst>
              <a:ext uri="{FF2B5EF4-FFF2-40B4-BE49-F238E27FC236}">
                <a16:creationId xmlns:a16="http://schemas.microsoft.com/office/drawing/2014/main" id="{17343640-7F3C-5387-8379-8DAB932749BD}"/>
              </a:ext>
            </a:extLst>
          </p:cNvPr>
          <p:cNvPicPr preferRelativeResize="0"/>
          <p:nvPr userDrawn="1"/>
        </p:nvPicPr>
        <p:blipFill rotWithShape="1">
          <a:blip r:embed="rId2">
            <a:alphaModFix amt="76000"/>
          </a:blip>
          <a:srcRect l="25827" t="5879" r="14538" b="33444"/>
          <a:stretch/>
        </p:blipFill>
        <p:spPr>
          <a:xfrm>
            <a:off x="0" y="0"/>
            <a:ext cx="6319375" cy="5143499"/>
          </a:xfrm>
          <a:prstGeom prst="rect">
            <a:avLst/>
          </a:prstGeom>
          <a:noFill/>
          <a:ln>
            <a:noFill/>
          </a:ln>
        </p:spPr>
      </p:pic>
      <p:sp>
        <p:nvSpPr>
          <p:cNvPr id="69" name="Google Shape;69;p17"/>
          <p:cNvSpPr txBox="1">
            <a:spLocks noGrp="1"/>
          </p:cNvSpPr>
          <p:nvPr>
            <p:ph type="sldNum" idx="12"/>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a:lnSpc>
                <a:spcPct val="100000"/>
              </a:lnSpc>
              <a:spcBef>
                <a:spcPts val="0"/>
              </a:spcBef>
              <a:spcAft>
                <a:spcPts val="0"/>
              </a:spcAft>
              <a:buNone/>
              <a:defRPr sz="700">
                <a:solidFill>
                  <a:schemeClr val="lt1"/>
                </a:solidFill>
                <a:latin typeface="Poppins"/>
                <a:ea typeface="Poppins"/>
                <a:cs typeface="Poppins"/>
                <a:sym typeface="Poppins"/>
              </a:defRPr>
            </a:lvl1pPr>
            <a:lvl2pPr marL="0" marR="0" lvl="1" indent="0" algn="r">
              <a:lnSpc>
                <a:spcPct val="100000"/>
              </a:lnSpc>
              <a:spcBef>
                <a:spcPts val="0"/>
              </a:spcBef>
              <a:spcAft>
                <a:spcPts val="0"/>
              </a:spcAft>
              <a:buNone/>
              <a:defRPr sz="700">
                <a:solidFill>
                  <a:schemeClr val="lt1"/>
                </a:solidFill>
                <a:latin typeface="Poppins"/>
                <a:ea typeface="Poppins"/>
                <a:cs typeface="Poppins"/>
                <a:sym typeface="Poppins"/>
              </a:defRPr>
            </a:lvl2pPr>
            <a:lvl3pPr marL="0" marR="0" lvl="2" indent="0" algn="r">
              <a:lnSpc>
                <a:spcPct val="100000"/>
              </a:lnSpc>
              <a:spcBef>
                <a:spcPts val="0"/>
              </a:spcBef>
              <a:spcAft>
                <a:spcPts val="0"/>
              </a:spcAft>
              <a:buNone/>
              <a:defRPr sz="700">
                <a:solidFill>
                  <a:schemeClr val="lt1"/>
                </a:solidFill>
                <a:latin typeface="Poppins"/>
                <a:ea typeface="Poppins"/>
                <a:cs typeface="Poppins"/>
                <a:sym typeface="Poppins"/>
              </a:defRPr>
            </a:lvl3pPr>
            <a:lvl4pPr marL="0" marR="0" lvl="3" indent="0" algn="r">
              <a:lnSpc>
                <a:spcPct val="100000"/>
              </a:lnSpc>
              <a:spcBef>
                <a:spcPts val="0"/>
              </a:spcBef>
              <a:spcAft>
                <a:spcPts val="0"/>
              </a:spcAft>
              <a:buNone/>
              <a:defRPr sz="700">
                <a:solidFill>
                  <a:schemeClr val="lt1"/>
                </a:solidFill>
                <a:latin typeface="Poppins"/>
                <a:ea typeface="Poppins"/>
                <a:cs typeface="Poppins"/>
                <a:sym typeface="Poppins"/>
              </a:defRPr>
            </a:lvl4pPr>
            <a:lvl5pPr marL="0" marR="0" lvl="4" indent="0" algn="r">
              <a:lnSpc>
                <a:spcPct val="100000"/>
              </a:lnSpc>
              <a:spcBef>
                <a:spcPts val="0"/>
              </a:spcBef>
              <a:spcAft>
                <a:spcPts val="0"/>
              </a:spcAft>
              <a:buNone/>
              <a:defRPr sz="700">
                <a:solidFill>
                  <a:schemeClr val="lt1"/>
                </a:solidFill>
                <a:latin typeface="Poppins"/>
                <a:ea typeface="Poppins"/>
                <a:cs typeface="Poppins"/>
                <a:sym typeface="Poppins"/>
              </a:defRPr>
            </a:lvl5pPr>
            <a:lvl6pPr marL="0" marR="0" lvl="5" indent="0" algn="r">
              <a:lnSpc>
                <a:spcPct val="100000"/>
              </a:lnSpc>
              <a:spcBef>
                <a:spcPts val="0"/>
              </a:spcBef>
              <a:spcAft>
                <a:spcPts val="0"/>
              </a:spcAft>
              <a:buNone/>
              <a:defRPr sz="700">
                <a:solidFill>
                  <a:schemeClr val="lt1"/>
                </a:solidFill>
                <a:latin typeface="Poppins"/>
                <a:ea typeface="Poppins"/>
                <a:cs typeface="Poppins"/>
                <a:sym typeface="Poppins"/>
              </a:defRPr>
            </a:lvl6pPr>
            <a:lvl7pPr marL="0" marR="0" lvl="6" indent="0" algn="r">
              <a:lnSpc>
                <a:spcPct val="100000"/>
              </a:lnSpc>
              <a:spcBef>
                <a:spcPts val="0"/>
              </a:spcBef>
              <a:spcAft>
                <a:spcPts val="0"/>
              </a:spcAft>
              <a:buNone/>
              <a:defRPr sz="700">
                <a:solidFill>
                  <a:schemeClr val="lt1"/>
                </a:solidFill>
                <a:latin typeface="Poppins"/>
                <a:ea typeface="Poppins"/>
                <a:cs typeface="Poppins"/>
                <a:sym typeface="Poppins"/>
              </a:defRPr>
            </a:lvl7pPr>
            <a:lvl8pPr marL="0" marR="0" lvl="7" indent="0" algn="r">
              <a:lnSpc>
                <a:spcPct val="100000"/>
              </a:lnSpc>
              <a:spcBef>
                <a:spcPts val="0"/>
              </a:spcBef>
              <a:spcAft>
                <a:spcPts val="0"/>
              </a:spcAft>
              <a:buNone/>
              <a:defRPr sz="700">
                <a:solidFill>
                  <a:schemeClr val="lt1"/>
                </a:solidFill>
                <a:latin typeface="Poppins"/>
                <a:ea typeface="Poppins"/>
                <a:cs typeface="Poppins"/>
                <a:sym typeface="Poppins"/>
              </a:defRPr>
            </a:lvl8pPr>
            <a:lvl9pPr marL="0" marR="0" lvl="8" indent="0" algn="r">
              <a:lnSpc>
                <a:spcPct val="100000"/>
              </a:lnSpc>
              <a:spcBef>
                <a:spcPts val="0"/>
              </a:spcBef>
              <a:spcAft>
                <a:spcPts val="0"/>
              </a:spcAft>
              <a:buNone/>
              <a:defRPr sz="700">
                <a:solidFill>
                  <a:schemeClr val="lt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70" name="Google Shape;70;p17"/>
          <p:cNvSpPr txBox="1"/>
          <p:nvPr/>
        </p:nvSpPr>
        <p:spPr>
          <a:xfrm>
            <a:off x="100225" y="4847300"/>
            <a:ext cx="1079700" cy="2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dirty="0">
              <a:solidFill>
                <a:schemeClr val="lt1"/>
              </a:solidFill>
              <a:latin typeface="Poppins"/>
              <a:ea typeface="Poppins"/>
              <a:cs typeface="Poppins"/>
              <a:sym typeface="Poppins"/>
            </a:endParaRPr>
          </a:p>
        </p:txBody>
      </p:sp>
      <p:pic>
        <p:nvPicPr>
          <p:cNvPr id="71" name="Google Shape;71;p17" descr="A white letter on a black background&#10;&#10;AI-generated content may be incorrect."/>
          <p:cNvPicPr preferRelativeResize="0"/>
          <p:nvPr/>
        </p:nvPicPr>
        <p:blipFill rotWithShape="1">
          <a:blip r:embed="rId3">
            <a:alphaModFix/>
          </a:blip>
          <a:srcRect r="89183"/>
          <a:stretch/>
        </p:blipFill>
        <p:spPr>
          <a:xfrm>
            <a:off x="8813499" y="4904978"/>
            <a:ext cx="146077" cy="117435"/>
          </a:xfrm>
          <a:prstGeom prst="rect">
            <a:avLst/>
          </a:prstGeom>
          <a:noFill/>
          <a:ln>
            <a:noFill/>
          </a:ln>
        </p:spPr>
      </p:pic>
      <p:sp>
        <p:nvSpPr>
          <p:cNvPr id="2" name="Google Shape;868;p43">
            <a:extLst>
              <a:ext uri="{FF2B5EF4-FFF2-40B4-BE49-F238E27FC236}">
                <a16:creationId xmlns:a16="http://schemas.microsoft.com/office/drawing/2014/main" id="{5B5C72F0-EF3A-1BF0-FCE9-3881A79BFFFE}"/>
              </a:ext>
            </a:extLst>
          </p:cNvPr>
          <p:cNvSpPr txBox="1"/>
          <p:nvPr userDrawn="1"/>
        </p:nvSpPr>
        <p:spPr>
          <a:xfrm>
            <a:off x="4515225" y="217900"/>
            <a:ext cx="4257000" cy="2570700"/>
          </a:xfrm>
          <a:prstGeom prst="rect">
            <a:avLst/>
          </a:prstGeom>
          <a:noFill/>
          <a:ln>
            <a:noFill/>
          </a:ln>
        </p:spPr>
        <p:txBody>
          <a:bodyPr spcFirstLastPara="1" wrap="square" lIns="90000" tIns="45700" rIns="91425" bIns="45700" anchor="t" anchorCtr="0">
            <a:noAutofit/>
          </a:bodyPr>
          <a:lstStyle/>
          <a:p>
            <a:pPr marL="0" lvl="0" indent="0" algn="l" rtl="0">
              <a:lnSpc>
                <a:spcPct val="100000"/>
              </a:lnSpc>
              <a:spcBef>
                <a:spcPts val="0"/>
              </a:spcBef>
              <a:spcAft>
                <a:spcPts val="0"/>
              </a:spcAft>
              <a:buNone/>
            </a:pPr>
            <a:r>
              <a:rPr lang="en" sz="3000" dirty="0">
                <a:solidFill>
                  <a:schemeClr val="lt1"/>
                </a:solidFill>
                <a:latin typeface="Poppins"/>
                <a:ea typeface="Poppins"/>
                <a:cs typeface="Poppins"/>
                <a:sym typeface="Poppins"/>
              </a:rPr>
              <a:t>Thank you!</a:t>
            </a:r>
            <a:endParaRPr sz="3000" dirty="0">
              <a:solidFill>
                <a:schemeClr val="lt1"/>
              </a:solidFill>
              <a:latin typeface="Poppins"/>
              <a:ea typeface="Poppins"/>
              <a:cs typeface="Poppins"/>
              <a:sym typeface="Poppins"/>
            </a:endParaRPr>
          </a:p>
          <a:p>
            <a:pPr marL="0" lvl="0" indent="0" algn="l" rtl="0">
              <a:lnSpc>
                <a:spcPct val="100000"/>
              </a:lnSpc>
              <a:spcBef>
                <a:spcPts val="0"/>
              </a:spcBef>
              <a:spcAft>
                <a:spcPts val="0"/>
              </a:spcAft>
              <a:buNone/>
            </a:pPr>
            <a:endParaRPr sz="1400" dirty="0">
              <a:solidFill>
                <a:schemeClr val="lt1"/>
              </a:solidFill>
              <a:latin typeface="Poppins"/>
              <a:ea typeface="Poppins"/>
              <a:cs typeface="Poppins"/>
              <a:sym typeface="Poppins"/>
            </a:endParaRPr>
          </a:p>
        </p:txBody>
      </p:sp>
      <p:pic>
        <p:nvPicPr>
          <p:cNvPr id="3" name="Google Shape;865;p43" descr="A white letter on a black background&#10;&#10;AI-generated content may be incorrect.">
            <a:extLst>
              <a:ext uri="{FF2B5EF4-FFF2-40B4-BE49-F238E27FC236}">
                <a16:creationId xmlns:a16="http://schemas.microsoft.com/office/drawing/2014/main" id="{40423B7C-2FFF-E085-8E5A-55210F71F0CF}"/>
              </a:ext>
            </a:extLst>
          </p:cNvPr>
          <p:cNvPicPr preferRelativeResize="0"/>
          <p:nvPr userDrawn="1"/>
        </p:nvPicPr>
        <p:blipFill rotWithShape="1">
          <a:blip r:embed="rId3">
            <a:alphaModFix/>
          </a:blip>
          <a:srcRect/>
          <a:stretch/>
        </p:blipFill>
        <p:spPr>
          <a:xfrm>
            <a:off x="275648" y="319642"/>
            <a:ext cx="2444878" cy="212598"/>
          </a:xfrm>
          <a:prstGeom prst="rect">
            <a:avLst/>
          </a:prstGeom>
          <a:noFill/>
          <a:ln>
            <a:noFill/>
          </a:ln>
        </p:spPr>
      </p:pic>
      <p:sp>
        <p:nvSpPr>
          <p:cNvPr id="4" name="Google Shape;867;p43">
            <a:extLst>
              <a:ext uri="{FF2B5EF4-FFF2-40B4-BE49-F238E27FC236}">
                <a16:creationId xmlns:a16="http://schemas.microsoft.com/office/drawing/2014/main" id="{ED3B3E03-F5A5-E5FD-8B8E-9DCCC1210830}"/>
              </a:ext>
            </a:extLst>
          </p:cNvPr>
          <p:cNvSpPr txBox="1"/>
          <p:nvPr userDrawn="1"/>
        </p:nvSpPr>
        <p:spPr>
          <a:xfrm>
            <a:off x="100225" y="4847300"/>
            <a:ext cx="1079700" cy="232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dirty="0">
                <a:solidFill>
                  <a:schemeClr val="lt1"/>
                </a:solidFill>
                <a:latin typeface="Poppins"/>
                <a:ea typeface="Poppins"/>
                <a:cs typeface="Poppins"/>
                <a:sym typeface="Poppins"/>
              </a:rPr>
              <a:t>May 7, 2025</a:t>
            </a:r>
            <a:endParaRPr sz="600" dirty="0">
              <a:solidFill>
                <a:schemeClr val="lt1"/>
              </a:solidFill>
              <a:latin typeface="Poppins"/>
              <a:ea typeface="Poppins"/>
              <a:cs typeface="Poppins"/>
              <a:sym typeface="Poppins"/>
            </a:endParaRPr>
          </a:p>
        </p:txBody>
      </p:sp>
      <p:sp>
        <p:nvSpPr>
          <p:cNvPr id="7" name="Subtitle 2">
            <a:extLst>
              <a:ext uri="{FF2B5EF4-FFF2-40B4-BE49-F238E27FC236}">
                <a16:creationId xmlns:a16="http://schemas.microsoft.com/office/drawing/2014/main" id="{F3D1DB81-AD88-B8FA-C18F-3775E34472E3}"/>
              </a:ext>
            </a:extLst>
          </p:cNvPr>
          <p:cNvSpPr>
            <a:spLocks noGrp="1"/>
          </p:cNvSpPr>
          <p:nvPr>
            <p:ph type="subTitle" idx="1"/>
          </p:nvPr>
        </p:nvSpPr>
        <p:spPr>
          <a:xfrm>
            <a:off x="4505324" y="1710928"/>
            <a:ext cx="4295776" cy="479822"/>
          </a:xfrm>
          <a:prstGeom prst="rect">
            <a:avLst/>
          </a:prstGeom>
        </p:spPr>
        <p:txBody>
          <a:bodyPr>
            <a:normAutofit/>
          </a:bodyPr>
          <a:lstStyle>
            <a:lvl1pPr marL="0" indent="0" algn="ctr">
              <a:buNone/>
              <a:defRPr sz="1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8" name="Subtitle 2">
            <a:extLst>
              <a:ext uri="{FF2B5EF4-FFF2-40B4-BE49-F238E27FC236}">
                <a16:creationId xmlns:a16="http://schemas.microsoft.com/office/drawing/2014/main" id="{1BD764E4-B75C-C602-A569-7EAFF1A26949}"/>
              </a:ext>
            </a:extLst>
          </p:cNvPr>
          <p:cNvSpPr txBox="1">
            <a:spLocks/>
          </p:cNvSpPr>
          <p:nvPr userDrawn="1"/>
        </p:nvSpPr>
        <p:spPr>
          <a:xfrm>
            <a:off x="4712924" y="4714833"/>
            <a:ext cx="1706675" cy="182233"/>
          </a:xfrm>
          <a:prstGeom prst="rect">
            <a:avLst/>
          </a:prstGeom>
        </p:spPr>
        <p:txBody>
          <a:bodyPr anchor="ctr">
            <a:normAutofit fontScale="92500" lnSpcReduction="10000"/>
          </a:bodyPr>
          <a:lstStyle>
            <a:lvl1pPr marL="0" indent="0" algn="ctr" defTabSz="685800" rtl="0" eaLnBrk="1" latinLnBrk="0" hangingPunct="1">
              <a:lnSpc>
                <a:spcPct val="90000"/>
              </a:lnSpc>
              <a:spcBef>
                <a:spcPts val="750"/>
              </a:spcBef>
              <a:buFont typeface="Arial" panose="020B0604020202020204" pitchFamily="34" charset="0"/>
              <a:buNone/>
              <a:defRPr sz="1400" kern="1200">
                <a:solidFill>
                  <a:schemeClr val="bg1"/>
                </a:solidFill>
                <a:latin typeface="Poppins" panose="00000500000000000000" pitchFamily="2" charset="0"/>
                <a:ea typeface="+mn-ea"/>
                <a:cs typeface="Poppins" panose="00000500000000000000" pitchFamily="2" charset="0"/>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Poppins" panose="00000500000000000000" pitchFamily="2" charset="0"/>
                <a:ea typeface="+mn-ea"/>
                <a:cs typeface="Poppins" panose="00000500000000000000" pitchFamily="2" charset="0"/>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Poppins" panose="00000500000000000000" pitchFamily="2" charset="0"/>
                <a:ea typeface="+mn-ea"/>
                <a:cs typeface="Poppins" panose="00000500000000000000" pitchFamily="2" charset="0"/>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Poppins" panose="00000500000000000000" pitchFamily="2" charset="0"/>
                <a:ea typeface="+mn-ea"/>
                <a:cs typeface="Poppins" panose="00000500000000000000" pitchFamily="2" charset="0"/>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Poppins" panose="00000500000000000000" pitchFamily="2" charset="0"/>
                <a:ea typeface="+mn-ea"/>
                <a:cs typeface="Poppins" panose="00000500000000000000" pitchFamily="2" charset="0"/>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ctr"/>
            <a:endParaRPr lang="en-US" sz="800" dirty="0">
              <a:latin typeface="Poppins Medium" panose="00000600000000000000" pitchFamily="2" charset="0"/>
              <a:cs typeface="Poppins Medium" panose="00000600000000000000" pitchFamily="2" charset="0"/>
            </a:endParaRPr>
          </a:p>
        </p:txBody>
      </p:sp>
    </p:spTree>
    <p:extLst>
      <p:ext uri="{BB962C8B-B14F-4D97-AF65-F5344CB8AC3E}">
        <p14:creationId xmlns:p14="http://schemas.microsoft.com/office/powerpoint/2010/main" val="2368054167"/>
      </p:ext>
    </p:extLst>
  </p:cSld>
  <p:clrMapOvr>
    <a:masterClrMapping/>
  </p:clrMapOvr>
  <p:extLst>
    <p:ext uri="{DCECCB84-F9BA-43D5-87BE-67443E8EF086}">
      <p15:sldGuideLst xmlns:p15="http://schemas.microsoft.com/office/powerpoint/2012/main">
        <p15:guide id="1" pos="111">
          <p15:clr>
            <a:srgbClr val="E46962"/>
          </p15:clr>
        </p15:guide>
        <p15:guide id="2" pos="5644">
          <p15:clr>
            <a:srgbClr val="E46962"/>
          </p15:clr>
        </p15:guide>
        <p15:guide id="3" orient="horz" pos="3008">
          <p15:clr>
            <a:srgbClr val="E46962"/>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image" Target="../media/image2.png"/><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DF9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43300" y="273844"/>
            <a:ext cx="4972050" cy="994172"/>
          </a:xfrm>
          <a:prstGeom prst="rect">
            <a:avLst/>
          </a:prstGeom>
        </p:spPr>
        <p:txBody>
          <a:bodyPr vert="horz" lIns="91440" tIns="45720" rIns="91440" bIns="45720" rtlCol="0" anchor="ctr">
            <a:normAutofit/>
          </a:bodyPr>
          <a:lstStyle/>
          <a:p>
            <a:r>
              <a:rPr lang="en-US" dirty="0"/>
              <a:t>Click to edit Master title style</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113D5999-0963-4640-9676-7114E952CA76}" type="datetime1">
              <a:rPr lang="en-US" smtClean="0"/>
              <a:t>3/16/2026</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pic>
        <p:nvPicPr>
          <p:cNvPr id="8" name="Google Shape;71;p17" descr="A white letter on a black background&#10;&#10;AI-generated content may be incorrect.">
            <a:extLst>
              <a:ext uri="{FF2B5EF4-FFF2-40B4-BE49-F238E27FC236}">
                <a16:creationId xmlns:a16="http://schemas.microsoft.com/office/drawing/2014/main" id="{456CDAA9-69DA-F36E-BC45-FDD1BD9B9761}"/>
              </a:ext>
            </a:extLst>
          </p:cNvPr>
          <p:cNvPicPr preferRelativeResize="0"/>
          <p:nvPr userDrawn="1"/>
        </p:nvPicPr>
        <p:blipFill rotWithShape="1">
          <a:blip r:embed="rId45">
            <a:alphaModFix/>
          </a:blip>
          <a:srcRect r="89183"/>
          <a:stretch/>
        </p:blipFill>
        <p:spPr>
          <a:xfrm>
            <a:off x="8813499" y="4904978"/>
            <a:ext cx="146077" cy="117435"/>
          </a:xfrm>
          <a:prstGeom prst="rect">
            <a:avLst/>
          </a:prstGeom>
          <a:noFill/>
          <a:ln>
            <a:noFill/>
          </a:ln>
        </p:spPr>
      </p:pic>
      <p:pic>
        <p:nvPicPr>
          <p:cNvPr id="9" name="Google Shape;60;p15" descr="A colorful logo with black background&#10;&#10;AI-generated content may be incorrect.">
            <a:extLst>
              <a:ext uri="{FF2B5EF4-FFF2-40B4-BE49-F238E27FC236}">
                <a16:creationId xmlns:a16="http://schemas.microsoft.com/office/drawing/2014/main" id="{E42F7E32-8C5F-5BFF-E67F-F3BC4381B84B}"/>
              </a:ext>
            </a:extLst>
          </p:cNvPr>
          <p:cNvPicPr preferRelativeResize="0"/>
          <p:nvPr userDrawn="1"/>
        </p:nvPicPr>
        <p:blipFill rotWithShape="1">
          <a:blip r:embed="rId46">
            <a:alphaModFix/>
          </a:blip>
          <a:srcRect/>
          <a:stretch/>
        </p:blipFill>
        <p:spPr>
          <a:xfrm>
            <a:off x="8813494" y="4905262"/>
            <a:ext cx="146082" cy="116888"/>
          </a:xfrm>
          <a:prstGeom prst="rect">
            <a:avLst/>
          </a:prstGeom>
          <a:noFill/>
          <a:ln>
            <a:noFill/>
          </a:ln>
        </p:spPr>
      </p:pic>
      <p:sp>
        <p:nvSpPr>
          <p:cNvPr id="3" name="Google Shape;59;p15">
            <a:extLst>
              <a:ext uri="{FF2B5EF4-FFF2-40B4-BE49-F238E27FC236}">
                <a16:creationId xmlns:a16="http://schemas.microsoft.com/office/drawing/2014/main" id="{B20C1159-17A7-1728-EC63-5D47B1FD4EB1}"/>
              </a:ext>
            </a:extLst>
          </p:cNvPr>
          <p:cNvSpPr txBox="1">
            <a:spLocks noGrp="1"/>
          </p:cNvSpPr>
          <p:nvPr>
            <p:ph type="sldNum" idx="4"/>
          </p:nvPr>
        </p:nvSpPr>
        <p:spPr>
          <a:xfrm>
            <a:off x="8213316" y="4847300"/>
            <a:ext cx="571800" cy="232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None/>
              <a:defRPr sz="700">
                <a:solidFill>
                  <a:schemeClr val="dk1"/>
                </a:solidFill>
                <a:latin typeface="Poppins"/>
                <a:ea typeface="Poppins"/>
                <a:cs typeface="Poppins"/>
                <a:sym typeface="Poppins"/>
              </a:defRPr>
            </a:lvl1pPr>
            <a:lvl2pPr marL="0" marR="0" lvl="1" indent="0" algn="r" rtl="0">
              <a:lnSpc>
                <a:spcPct val="100000"/>
              </a:lnSpc>
              <a:spcBef>
                <a:spcPts val="0"/>
              </a:spcBef>
              <a:spcAft>
                <a:spcPts val="0"/>
              </a:spcAft>
              <a:buNone/>
              <a:defRPr sz="700">
                <a:solidFill>
                  <a:schemeClr val="dk1"/>
                </a:solidFill>
                <a:latin typeface="Poppins"/>
                <a:ea typeface="Poppins"/>
                <a:cs typeface="Poppins"/>
                <a:sym typeface="Poppins"/>
              </a:defRPr>
            </a:lvl2pPr>
            <a:lvl3pPr marL="0" marR="0" lvl="2" indent="0" algn="r" rtl="0">
              <a:lnSpc>
                <a:spcPct val="100000"/>
              </a:lnSpc>
              <a:spcBef>
                <a:spcPts val="0"/>
              </a:spcBef>
              <a:spcAft>
                <a:spcPts val="0"/>
              </a:spcAft>
              <a:buNone/>
              <a:defRPr sz="700">
                <a:solidFill>
                  <a:schemeClr val="dk1"/>
                </a:solidFill>
                <a:latin typeface="Poppins"/>
                <a:ea typeface="Poppins"/>
                <a:cs typeface="Poppins"/>
                <a:sym typeface="Poppins"/>
              </a:defRPr>
            </a:lvl3pPr>
            <a:lvl4pPr marL="0" marR="0" lvl="3" indent="0" algn="r" rtl="0">
              <a:lnSpc>
                <a:spcPct val="100000"/>
              </a:lnSpc>
              <a:spcBef>
                <a:spcPts val="0"/>
              </a:spcBef>
              <a:spcAft>
                <a:spcPts val="0"/>
              </a:spcAft>
              <a:buNone/>
              <a:defRPr sz="700">
                <a:solidFill>
                  <a:schemeClr val="dk1"/>
                </a:solidFill>
                <a:latin typeface="Poppins"/>
                <a:ea typeface="Poppins"/>
                <a:cs typeface="Poppins"/>
                <a:sym typeface="Poppins"/>
              </a:defRPr>
            </a:lvl4pPr>
            <a:lvl5pPr marL="0" marR="0" lvl="4" indent="0" algn="r" rtl="0">
              <a:lnSpc>
                <a:spcPct val="100000"/>
              </a:lnSpc>
              <a:spcBef>
                <a:spcPts val="0"/>
              </a:spcBef>
              <a:spcAft>
                <a:spcPts val="0"/>
              </a:spcAft>
              <a:buNone/>
              <a:defRPr sz="700">
                <a:solidFill>
                  <a:schemeClr val="dk1"/>
                </a:solidFill>
                <a:latin typeface="Poppins"/>
                <a:ea typeface="Poppins"/>
                <a:cs typeface="Poppins"/>
                <a:sym typeface="Poppins"/>
              </a:defRPr>
            </a:lvl5pPr>
            <a:lvl6pPr marL="0" marR="0" lvl="5" indent="0" algn="r" rtl="0">
              <a:lnSpc>
                <a:spcPct val="100000"/>
              </a:lnSpc>
              <a:spcBef>
                <a:spcPts val="0"/>
              </a:spcBef>
              <a:spcAft>
                <a:spcPts val="0"/>
              </a:spcAft>
              <a:buNone/>
              <a:defRPr sz="700">
                <a:solidFill>
                  <a:schemeClr val="dk1"/>
                </a:solidFill>
                <a:latin typeface="Poppins"/>
                <a:ea typeface="Poppins"/>
                <a:cs typeface="Poppins"/>
                <a:sym typeface="Poppins"/>
              </a:defRPr>
            </a:lvl6pPr>
            <a:lvl7pPr marL="0" marR="0" lvl="6" indent="0" algn="r" rtl="0">
              <a:lnSpc>
                <a:spcPct val="100000"/>
              </a:lnSpc>
              <a:spcBef>
                <a:spcPts val="0"/>
              </a:spcBef>
              <a:spcAft>
                <a:spcPts val="0"/>
              </a:spcAft>
              <a:buNone/>
              <a:defRPr sz="700">
                <a:solidFill>
                  <a:schemeClr val="dk1"/>
                </a:solidFill>
                <a:latin typeface="Poppins"/>
                <a:ea typeface="Poppins"/>
                <a:cs typeface="Poppins"/>
                <a:sym typeface="Poppins"/>
              </a:defRPr>
            </a:lvl7pPr>
            <a:lvl8pPr marL="0" marR="0" lvl="7" indent="0" algn="r" rtl="0">
              <a:lnSpc>
                <a:spcPct val="100000"/>
              </a:lnSpc>
              <a:spcBef>
                <a:spcPts val="0"/>
              </a:spcBef>
              <a:spcAft>
                <a:spcPts val="0"/>
              </a:spcAft>
              <a:buNone/>
              <a:defRPr sz="700">
                <a:solidFill>
                  <a:schemeClr val="dk1"/>
                </a:solidFill>
                <a:latin typeface="Poppins"/>
                <a:ea typeface="Poppins"/>
                <a:cs typeface="Poppins"/>
                <a:sym typeface="Poppins"/>
              </a:defRPr>
            </a:lvl8pPr>
            <a:lvl9pPr marL="0" marR="0" lvl="8" indent="0" algn="r" rtl="0">
              <a:lnSpc>
                <a:spcPct val="100000"/>
              </a:lnSpc>
              <a:spcBef>
                <a:spcPts val="0"/>
              </a:spcBef>
              <a:spcAft>
                <a:spcPts val="0"/>
              </a:spcAft>
              <a:buNone/>
              <a:defRPr sz="700">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570451421"/>
      </p:ext>
    </p:extLst>
  </p:cSld>
  <p:clrMap bg1="lt1" tx1="dk1" bg2="lt2" tx2="dk2" accent1="accent1" accent2="accent2" accent3="accent3" accent4="accent4" accent5="accent5" accent6="accent6" hlink="hlink" folHlink="folHlink"/>
  <p:sldLayoutIdLst>
    <p:sldLayoutId id="2147483662" r:id="rId1"/>
    <p:sldLayoutId id="2147483755" r:id="rId2"/>
    <p:sldLayoutId id="2147483756" r:id="rId3"/>
    <p:sldLayoutId id="2147483770" r:id="rId4"/>
    <p:sldLayoutId id="2147483771" r:id="rId5"/>
    <p:sldLayoutId id="2147483772" r:id="rId6"/>
    <p:sldLayoutId id="2147483692" r:id="rId7"/>
    <p:sldLayoutId id="2147483694" r:id="rId8"/>
    <p:sldLayoutId id="2147483705" r:id="rId9"/>
    <p:sldLayoutId id="2147483707" r:id="rId10"/>
    <p:sldLayoutId id="2147483709" r:id="rId11"/>
    <p:sldLayoutId id="2147483711" r:id="rId12"/>
    <p:sldLayoutId id="2147483757" r:id="rId13"/>
    <p:sldLayoutId id="2147483759" r:id="rId14"/>
    <p:sldLayoutId id="2147483761" r:id="rId15"/>
    <p:sldLayoutId id="2147483763" r:id="rId16"/>
    <p:sldLayoutId id="2147483765" r:id="rId17"/>
    <p:sldLayoutId id="2147483767" r:id="rId18"/>
    <p:sldLayoutId id="2147483690" r:id="rId19"/>
    <p:sldLayoutId id="2147483696" r:id="rId20"/>
    <p:sldLayoutId id="2147483713" r:id="rId21"/>
    <p:sldLayoutId id="2147483715" r:id="rId22"/>
    <p:sldLayoutId id="2147483717" r:id="rId23"/>
    <p:sldLayoutId id="2147483719" r:id="rId24"/>
    <p:sldLayoutId id="2147483678" r:id="rId25"/>
    <p:sldLayoutId id="2147483698" r:id="rId26"/>
    <p:sldLayoutId id="2147483731" r:id="rId27"/>
    <p:sldLayoutId id="2147483733" r:id="rId28"/>
    <p:sldLayoutId id="2147483735" r:id="rId29"/>
    <p:sldLayoutId id="2147483737" r:id="rId30"/>
    <p:sldLayoutId id="2147483680" r:id="rId31"/>
    <p:sldLayoutId id="2147483702" r:id="rId32"/>
    <p:sldLayoutId id="2147483739" r:id="rId33"/>
    <p:sldLayoutId id="2147483741" r:id="rId34"/>
    <p:sldLayoutId id="2147483743" r:id="rId35"/>
    <p:sldLayoutId id="2147483745" r:id="rId36"/>
    <p:sldLayoutId id="2147483747" r:id="rId37"/>
    <p:sldLayoutId id="2147483749" r:id="rId38"/>
    <p:sldLayoutId id="2147483751" r:id="rId39"/>
    <p:sldLayoutId id="2147483753" r:id="rId40"/>
    <p:sldLayoutId id="2147483681" r:id="rId41"/>
    <p:sldLayoutId id="2147483703" r:id="rId42"/>
    <p:sldLayoutId id="2147483674" r:id="rId43"/>
  </p:sldLayoutIdLst>
  <p:hf hdr="0" ftr="0" dt="0"/>
  <p:txStyles>
    <p:titleStyle>
      <a:lvl1pPr algn="l" defTabSz="685800" rtl="0" eaLnBrk="1" latinLnBrk="0" hangingPunct="1">
        <a:lnSpc>
          <a:spcPct val="90000"/>
        </a:lnSpc>
        <a:spcBef>
          <a:spcPct val="0"/>
        </a:spcBef>
        <a:buNone/>
        <a:defRPr sz="3300" kern="1200">
          <a:solidFill>
            <a:schemeClr val="bg1"/>
          </a:solidFill>
          <a:latin typeface="Poppins Medium" panose="00000600000000000000" pitchFamily="2" charset="0"/>
          <a:ea typeface="+mj-ea"/>
          <a:cs typeface="Poppins Medium" panose="00000600000000000000" pitchFamily="2" charset="0"/>
        </a:defRPr>
      </a:lvl1pPr>
    </p:titleStyle>
    <p:bodyStyle>
      <a:lvl1pPr marL="0" indent="0" algn="l" defTabSz="685800" rtl="0" eaLnBrk="1" latinLnBrk="0" hangingPunct="1">
        <a:lnSpc>
          <a:spcPct val="90000"/>
        </a:lnSpc>
        <a:spcBef>
          <a:spcPts val="750"/>
        </a:spcBef>
        <a:buFont typeface="Arial" panose="020B0604020202020204" pitchFamily="34" charset="0"/>
        <a:buNone/>
        <a:defRPr sz="1000" kern="1200">
          <a:solidFill>
            <a:schemeClr val="tx1"/>
          </a:solidFill>
          <a:latin typeface="Poppins" panose="00000500000000000000" pitchFamily="2" charset="0"/>
          <a:ea typeface="+mn-ea"/>
          <a:cs typeface="Poppins" panose="00000500000000000000" pitchFamily="2" charset="0"/>
        </a:defRPr>
      </a:lvl1pPr>
      <a:lvl2pPr marL="231775" indent="-173038" algn="l" defTabSz="685800" rtl="0" eaLnBrk="1" latinLnBrk="0" hangingPunct="1">
        <a:lnSpc>
          <a:spcPct val="90000"/>
        </a:lnSpc>
        <a:spcBef>
          <a:spcPts val="375"/>
        </a:spcBef>
        <a:buClr>
          <a:schemeClr val="bg2"/>
        </a:buClr>
        <a:buFont typeface="Poppins" panose="00000500000000000000" pitchFamily="2" charset="0"/>
        <a:buChar char="&gt;"/>
        <a:tabLst>
          <a:tab pos="1371600" algn="l"/>
        </a:tabLst>
        <a:defRPr sz="1000" kern="1200">
          <a:solidFill>
            <a:schemeClr val="tx1"/>
          </a:solidFill>
          <a:latin typeface="Poppins" panose="00000500000000000000" pitchFamily="2" charset="0"/>
          <a:ea typeface="+mn-ea"/>
          <a:cs typeface="Poppins" panose="00000500000000000000" pitchFamily="2" charset="0"/>
        </a:defRPr>
      </a:lvl2pPr>
      <a:lvl3pPr marL="396875" indent="-171450" algn="l" defTabSz="685800" rtl="0" eaLnBrk="1" latinLnBrk="0" hangingPunct="1">
        <a:lnSpc>
          <a:spcPct val="90000"/>
        </a:lnSpc>
        <a:spcBef>
          <a:spcPts val="375"/>
        </a:spcBef>
        <a:buClr>
          <a:schemeClr val="accent2"/>
        </a:buClr>
        <a:buFont typeface="Poppins" panose="00000500000000000000" pitchFamily="2" charset="0"/>
        <a:buChar char="&gt;"/>
        <a:defRPr sz="900" kern="1200">
          <a:solidFill>
            <a:schemeClr val="tx1"/>
          </a:solidFill>
          <a:latin typeface="Poppins" panose="00000500000000000000" pitchFamily="2" charset="0"/>
          <a:ea typeface="+mn-ea"/>
          <a:cs typeface="Poppins" panose="00000500000000000000" pitchFamily="2" charset="0"/>
        </a:defRPr>
      </a:lvl3pPr>
      <a:lvl4pPr marL="569913" indent="-173038" algn="l" defTabSz="685800" rtl="0" eaLnBrk="1" latinLnBrk="0" hangingPunct="1">
        <a:lnSpc>
          <a:spcPct val="90000"/>
        </a:lnSpc>
        <a:spcBef>
          <a:spcPts val="375"/>
        </a:spcBef>
        <a:buClr>
          <a:schemeClr val="accent6"/>
        </a:buClr>
        <a:buFont typeface="Poppins" panose="00000500000000000000" pitchFamily="2" charset="0"/>
        <a:buChar char="&gt;"/>
        <a:defRPr sz="800" kern="1200">
          <a:solidFill>
            <a:schemeClr val="tx1"/>
          </a:solidFill>
          <a:latin typeface="Poppins" panose="00000500000000000000" pitchFamily="2" charset="0"/>
          <a:ea typeface="+mn-ea"/>
          <a:cs typeface="Poppins" panose="00000500000000000000" pitchFamily="2" charset="0"/>
        </a:defRPr>
      </a:lvl4pPr>
      <a:lvl5pPr marL="741363" indent="-171450" algn="l" defTabSz="685800" rtl="0" eaLnBrk="1" latinLnBrk="0" hangingPunct="1">
        <a:lnSpc>
          <a:spcPct val="90000"/>
        </a:lnSpc>
        <a:spcBef>
          <a:spcPts val="375"/>
        </a:spcBef>
        <a:buClr>
          <a:schemeClr val="accent5"/>
        </a:buClr>
        <a:buFont typeface="Poppins" panose="00000500000000000000" pitchFamily="2" charset="0"/>
        <a:buChar char="&gt;"/>
        <a:defRPr sz="700" kern="1200">
          <a:solidFill>
            <a:schemeClr val="tx1"/>
          </a:solidFill>
          <a:latin typeface="Poppins" panose="00000500000000000000" pitchFamily="2" charset="0"/>
          <a:ea typeface="+mn-ea"/>
          <a:cs typeface="Poppins" panose="00000500000000000000" pitchFamily="2"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7D1BD-8409-4CE9-8F88-ABFE65C9A6E4}"/>
              </a:ext>
            </a:extLst>
          </p:cNvPr>
          <p:cNvSpPr>
            <a:spLocks noGrp="1"/>
          </p:cNvSpPr>
          <p:nvPr>
            <p:ph type="ctrTitle"/>
          </p:nvPr>
        </p:nvSpPr>
        <p:spPr/>
        <p:txBody>
          <a:bodyPr/>
          <a:lstStyle/>
          <a:p>
            <a:r>
              <a:rPr lang="en-US" sz="3200" b="1" dirty="0">
                <a:solidFill>
                  <a:srgbClr val="FFFFFF"/>
                </a:solidFill>
                <a:latin typeface="Trebuchet MS" pitchFamily="34" charset="0"/>
                <a:ea typeface="Trebuchet MS" pitchFamily="34" charset="-122"/>
                <a:cs typeface="Trebuchet MS" pitchFamily="34" charset="-120"/>
              </a:rPr>
              <a:t>Parameter-Free ROI Detection</a:t>
            </a:r>
            <a:endParaRPr lang="en-US" sz="3200" dirty="0"/>
          </a:p>
        </p:txBody>
      </p:sp>
      <p:sp>
        <p:nvSpPr>
          <p:cNvPr id="3" name="Subtitle 2">
            <a:extLst>
              <a:ext uri="{FF2B5EF4-FFF2-40B4-BE49-F238E27FC236}">
                <a16:creationId xmlns:a16="http://schemas.microsoft.com/office/drawing/2014/main" id="{02C6C9D2-3B49-8C25-7FB4-A0575BA6D051}"/>
              </a:ext>
            </a:extLst>
          </p:cNvPr>
          <p:cNvSpPr>
            <a:spLocks noGrp="1"/>
          </p:cNvSpPr>
          <p:nvPr>
            <p:ph type="subTitle" idx="1"/>
          </p:nvPr>
        </p:nvSpPr>
        <p:spPr/>
        <p:txBody>
          <a:bodyPr/>
          <a:lstStyle/>
          <a:p>
            <a:r>
              <a:rPr lang="en-US" i="1" dirty="0">
                <a:solidFill>
                  <a:srgbClr val="E2EBF0"/>
                </a:solidFill>
                <a:latin typeface="Calibri" pitchFamily="34" charset="0"/>
                <a:ea typeface="Calibri" pitchFamily="34" charset="-122"/>
                <a:cs typeface="Calibri" pitchFamily="34" charset="-120"/>
              </a:rPr>
              <a:t>Spectral Anomaly  ×  Spatial Coherence  →  Stouffer Combination</a:t>
            </a:r>
            <a:endParaRPr lang="en-US" dirty="0"/>
          </a:p>
        </p:txBody>
      </p:sp>
      <p:sp>
        <p:nvSpPr>
          <p:cNvPr id="4" name="Slide Number Placeholder 3">
            <a:extLst>
              <a:ext uri="{FF2B5EF4-FFF2-40B4-BE49-F238E27FC236}">
                <a16:creationId xmlns:a16="http://schemas.microsoft.com/office/drawing/2014/main" id="{EB239CA5-C2A6-5DFB-28E6-3848DF0904E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z="700" smtClean="0">
                <a:solidFill>
                  <a:schemeClr val="lt1"/>
                </a:solidFill>
                <a:latin typeface="Poppins"/>
                <a:ea typeface="Poppins"/>
                <a:cs typeface="Poppins"/>
                <a:sym typeface="Poppins"/>
              </a:rPr>
              <a:t>1</a:t>
            </a:fld>
            <a:endParaRPr lang="en" sz="70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950034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5E1CD23-8EDB-9534-7C92-07DFF489953C}"/>
              </a:ext>
            </a:extLst>
          </p:cNvPr>
          <p:cNvSpPr>
            <a:spLocks noGrp="1"/>
          </p:cNvSpPr>
          <p:nvPr>
            <p:ph type="title"/>
          </p:nvPr>
        </p:nvSpPr>
        <p:spPr/>
        <p:txBody>
          <a:bodyPr/>
          <a:lstStyle/>
          <a:p>
            <a:r>
              <a:rPr lang="en-US" dirty="0"/>
              <a:t>Overview</a:t>
            </a:r>
          </a:p>
        </p:txBody>
      </p:sp>
      <p:sp>
        <p:nvSpPr>
          <p:cNvPr id="3" name="Slide Number Placeholder 2">
            <a:extLst>
              <a:ext uri="{FF2B5EF4-FFF2-40B4-BE49-F238E27FC236}">
                <a16:creationId xmlns:a16="http://schemas.microsoft.com/office/drawing/2014/main" id="{3E8BD428-C474-090C-BF8D-F0724110BF4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z="700" smtClean="0">
                <a:solidFill>
                  <a:schemeClr val="lt1"/>
                </a:solidFill>
                <a:latin typeface="Poppins"/>
                <a:ea typeface="Poppins"/>
                <a:cs typeface="Poppins"/>
                <a:sym typeface="Poppins"/>
              </a:rPr>
              <a:t>2</a:t>
            </a:fld>
            <a:endParaRPr lang="en" sz="700">
              <a:solidFill>
                <a:schemeClr val="lt1"/>
              </a:solidFill>
              <a:latin typeface="Poppins"/>
              <a:ea typeface="Poppins"/>
              <a:cs typeface="Poppins"/>
              <a:sym typeface="Poppins"/>
            </a:endParaRPr>
          </a:p>
        </p:txBody>
      </p:sp>
      <p:sp>
        <p:nvSpPr>
          <p:cNvPr id="8" name="Text Placeholder 7">
            <a:extLst>
              <a:ext uri="{FF2B5EF4-FFF2-40B4-BE49-F238E27FC236}">
                <a16:creationId xmlns:a16="http://schemas.microsoft.com/office/drawing/2014/main" id="{3BCEF717-A226-E1B1-8F6F-19B8F6523EB0}"/>
              </a:ext>
            </a:extLst>
          </p:cNvPr>
          <p:cNvSpPr>
            <a:spLocks noGrp="1"/>
          </p:cNvSpPr>
          <p:nvPr>
            <p:ph type="body" idx="14"/>
          </p:nvPr>
        </p:nvSpPr>
        <p:spPr/>
        <p:txBody>
          <a:bodyPr>
            <a:normAutofit fontScale="92500"/>
          </a:bodyPr>
          <a:lstStyle/>
          <a:p>
            <a:endParaRPr lang="en-US"/>
          </a:p>
        </p:txBody>
      </p:sp>
      <p:sp>
        <p:nvSpPr>
          <p:cNvPr id="9" name="Text Placeholder 8">
            <a:extLst>
              <a:ext uri="{FF2B5EF4-FFF2-40B4-BE49-F238E27FC236}">
                <a16:creationId xmlns:a16="http://schemas.microsoft.com/office/drawing/2014/main" id="{F2729919-66E5-D469-907E-19738C0A411A}"/>
              </a:ext>
            </a:extLst>
          </p:cNvPr>
          <p:cNvSpPr>
            <a:spLocks noGrp="1"/>
          </p:cNvSpPr>
          <p:nvPr>
            <p:ph type="body" sz="quarter" idx="15"/>
          </p:nvPr>
        </p:nvSpPr>
        <p:spPr/>
        <p:txBody>
          <a:bodyPr/>
          <a:lstStyle/>
          <a:p>
            <a:r>
              <a:rPr lang="en-US" dirty="0"/>
              <a:t>Pipeline</a:t>
            </a:r>
          </a:p>
        </p:txBody>
      </p:sp>
      <p:sp>
        <p:nvSpPr>
          <p:cNvPr id="7" name="Content Placeholder 6">
            <a:extLst>
              <a:ext uri="{FF2B5EF4-FFF2-40B4-BE49-F238E27FC236}">
                <a16:creationId xmlns:a16="http://schemas.microsoft.com/office/drawing/2014/main" id="{6301908D-BBC8-BDBA-D451-EA4FFEEC8B9E}"/>
              </a:ext>
            </a:extLst>
          </p:cNvPr>
          <p:cNvSpPr>
            <a:spLocks noGrp="1"/>
          </p:cNvSpPr>
          <p:nvPr>
            <p:ph idx="1"/>
          </p:nvPr>
        </p:nvSpPr>
        <p:spPr/>
        <p:txBody>
          <a:bodyPr/>
          <a:lstStyle/>
          <a:p>
            <a:endParaRPr lang="en-US" dirty="0"/>
          </a:p>
        </p:txBody>
      </p:sp>
      <p:sp>
        <p:nvSpPr>
          <p:cNvPr id="10" name="Shape 2">
            <a:extLst>
              <a:ext uri="{FF2B5EF4-FFF2-40B4-BE49-F238E27FC236}">
                <a16:creationId xmlns:a16="http://schemas.microsoft.com/office/drawing/2014/main" id="{D5EF53F5-4325-AD28-AC16-0263E8E238F2}"/>
              </a:ext>
            </a:extLst>
          </p:cNvPr>
          <p:cNvSpPr/>
          <p:nvPr/>
        </p:nvSpPr>
        <p:spPr>
          <a:xfrm>
            <a:off x="411480" y="1707642"/>
            <a:ext cx="1261872" cy="960120"/>
          </a:xfrm>
          <a:prstGeom prst="rect">
            <a:avLst/>
          </a:prstGeom>
          <a:solidFill>
            <a:srgbClr val="FFFFFF"/>
          </a:solidFill>
          <a:ln w="12700">
            <a:solidFill>
              <a:srgbClr val="E2EBF0"/>
            </a:solidFill>
            <a:prstDash val="solid"/>
          </a:ln>
          <a:effectLst>
            <a:outerShdw blurRad="101600" dist="38100" dir="8100000" algn="bl" rotWithShape="0">
              <a:srgbClr val="000000">
                <a:alpha val="12000"/>
              </a:srgbClr>
            </a:outerShdw>
          </a:effectLst>
        </p:spPr>
        <p:txBody>
          <a:bodyPr/>
          <a:lstStyle/>
          <a:p>
            <a:endParaRPr lang="en-US"/>
          </a:p>
        </p:txBody>
      </p:sp>
      <p:sp>
        <p:nvSpPr>
          <p:cNvPr id="11" name="Shape 3">
            <a:extLst>
              <a:ext uri="{FF2B5EF4-FFF2-40B4-BE49-F238E27FC236}">
                <a16:creationId xmlns:a16="http://schemas.microsoft.com/office/drawing/2014/main" id="{C410D493-4219-C1B9-8577-674FE3647A06}"/>
              </a:ext>
            </a:extLst>
          </p:cNvPr>
          <p:cNvSpPr/>
          <p:nvPr/>
        </p:nvSpPr>
        <p:spPr>
          <a:xfrm>
            <a:off x="411480" y="1716024"/>
            <a:ext cx="1261872" cy="64008"/>
          </a:xfrm>
          <a:prstGeom prst="rect">
            <a:avLst/>
          </a:prstGeom>
          <a:solidFill>
            <a:srgbClr val="F9788B"/>
          </a:solidFill>
          <a:ln w="12700">
            <a:solidFill>
              <a:srgbClr val="0D7377"/>
            </a:solidFill>
            <a:prstDash val="solid"/>
          </a:ln>
        </p:spPr>
        <p:txBody>
          <a:bodyPr/>
          <a:lstStyle/>
          <a:p>
            <a:endParaRPr lang="en-US"/>
          </a:p>
        </p:txBody>
      </p:sp>
      <p:sp>
        <p:nvSpPr>
          <p:cNvPr id="12" name="Text 4">
            <a:extLst>
              <a:ext uri="{FF2B5EF4-FFF2-40B4-BE49-F238E27FC236}">
                <a16:creationId xmlns:a16="http://schemas.microsoft.com/office/drawing/2014/main" id="{749CAE05-3D20-25E8-EDC5-981CA8DE61AD}"/>
              </a:ext>
            </a:extLst>
          </p:cNvPr>
          <p:cNvSpPr/>
          <p:nvPr/>
        </p:nvSpPr>
        <p:spPr>
          <a:xfrm>
            <a:off x="448056" y="1817370"/>
            <a:ext cx="292608" cy="2926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0D7377"/>
                </a:solidFill>
              </a:rPr>
              <a:t>1</a:t>
            </a:r>
            <a:endParaRPr lang="en-US" sz="1600" dirty="0"/>
          </a:p>
        </p:txBody>
      </p:sp>
      <p:sp>
        <p:nvSpPr>
          <p:cNvPr id="13" name="Text 5">
            <a:extLst>
              <a:ext uri="{FF2B5EF4-FFF2-40B4-BE49-F238E27FC236}">
                <a16:creationId xmlns:a16="http://schemas.microsoft.com/office/drawing/2014/main" id="{4A7817A7-ECAB-7A2B-BAA8-4F84DF6ABE17}"/>
              </a:ext>
            </a:extLst>
          </p:cNvPr>
          <p:cNvSpPr/>
          <p:nvPr/>
        </p:nvSpPr>
        <p:spPr>
          <a:xfrm>
            <a:off x="448056" y="2109978"/>
            <a:ext cx="118872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0A2342"/>
                </a:solidFill>
                <a:latin typeface="Trebuchet MS" pitchFamily="34" charset="0"/>
                <a:ea typeface="Trebuchet MS" pitchFamily="34" charset="-122"/>
                <a:cs typeface="Trebuchet MS" pitchFamily="34" charset="-120"/>
              </a:rPr>
              <a:t>Preprocess</a:t>
            </a:r>
            <a:endParaRPr lang="en-US" sz="1100" dirty="0"/>
          </a:p>
        </p:txBody>
      </p:sp>
      <p:sp>
        <p:nvSpPr>
          <p:cNvPr id="14" name="Text 6">
            <a:extLst>
              <a:ext uri="{FF2B5EF4-FFF2-40B4-BE49-F238E27FC236}">
                <a16:creationId xmlns:a16="http://schemas.microsoft.com/office/drawing/2014/main" id="{63106D2C-C097-5692-DF16-B5AC8647637E}"/>
              </a:ext>
            </a:extLst>
          </p:cNvPr>
          <p:cNvSpPr/>
          <p:nvPr/>
        </p:nvSpPr>
        <p:spPr>
          <a:xfrm>
            <a:off x="448056" y="2366010"/>
            <a:ext cx="118872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00" dirty="0">
                <a:solidFill>
                  <a:srgbClr val="64748B"/>
                </a:solidFill>
                <a:latin typeface="Calibri" pitchFamily="34" charset="0"/>
                <a:ea typeface="Calibri" pitchFamily="34" charset="-122"/>
                <a:cs typeface="Calibri" pitchFamily="34" charset="-120"/>
              </a:rPr>
              <a:t>Detrend + cast to single</a:t>
            </a:r>
            <a:endParaRPr lang="en-US" sz="900" dirty="0"/>
          </a:p>
        </p:txBody>
      </p:sp>
      <p:sp>
        <p:nvSpPr>
          <p:cNvPr id="15" name="Shape 7">
            <a:extLst>
              <a:ext uri="{FF2B5EF4-FFF2-40B4-BE49-F238E27FC236}">
                <a16:creationId xmlns:a16="http://schemas.microsoft.com/office/drawing/2014/main" id="{14236DE6-6791-8538-601D-52BE70D6426C}"/>
              </a:ext>
            </a:extLst>
          </p:cNvPr>
          <p:cNvSpPr/>
          <p:nvPr/>
        </p:nvSpPr>
        <p:spPr>
          <a:xfrm>
            <a:off x="1673352" y="2187702"/>
            <a:ext cx="64008" cy="0"/>
          </a:xfrm>
          <a:prstGeom prst="line">
            <a:avLst/>
          </a:prstGeom>
          <a:noFill/>
          <a:ln w="25400">
            <a:solidFill>
              <a:srgbClr val="14BDAC"/>
            </a:solidFill>
            <a:prstDash val="solid"/>
          </a:ln>
        </p:spPr>
        <p:txBody>
          <a:bodyPr/>
          <a:lstStyle/>
          <a:p>
            <a:endParaRPr lang="en-US"/>
          </a:p>
        </p:txBody>
      </p:sp>
      <p:sp>
        <p:nvSpPr>
          <p:cNvPr id="16" name="Shape 8">
            <a:extLst>
              <a:ext uri="{FF2B5EF4-FFF2-40B4-BE49-F238E27FC236}">
                <a16:creationId xmlns:a16="http://schemas.microsoft.com/office/drawing/2014/main" id="{E326BB81-DD64-28C4-FAA4-6E2F9BCD4DA8}"/>
              </a:ext>
            </a:extLst>
          </p:cNvPr>
          <p:cNvSpPr/>
          <p:nvPr/>
        </p:nvSpPr>
        <p:spPr>
          <a:xfrm>
            <a:off x="1737360" y="1707642"/>
            <a:ext cx="1261872" cy="960120"/>
          </a:xfrm>
          <a:prstGeom prst="rect">
            <a:avLst/>
          </a:prstGeom>
          <a:solidFill>
            <a:srgbClr val="FFFFFF"/>
          </a:solidFill>
          <a:ln w="12700">
            <a:solidFill>
              <a:srgbClr val="E2EBF0"/>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9">
            <a:extLst>
              <a:ext uri="{FF2B5EF4-FFF2-40B4-BE49-F238E27FC236}">
                <a16:creationId xmlns:a16="http://schemas.microsoft.com/office/drawing/2014/main" id="{0448ADA8-2054-E8CB-855D-4C1E77935C13}"/>
              </a:ext>
            </a:extLst>
          </p:cNvPr>
          <p:cNvSpPr/>
          <p:nvPr/>
        </p:nvSpPr>
        <p:spPr>
          <a:xfrm>
            <a:off x="1737360" y="1713800"/>
            <a:ext cx="1261872" cy="64008"/>
          </a:xfrm>
          <a:prstGeom prst="rect">
            <a:avLst/>
          </a:prstGeom>
          <a:solidFill>
            <a:srgbClr val="0D7377"/>
          </a:solidFill>
          <a:ln w="12700">
            <a:solidFill>
              <a:srgbClr val="0D7377"/>
            </a:solidFill>
            <a:prstDash val="solid"/>
          </a:ln>
        </p:spPr>
        <p:txBody>
          <a:bodyPr/>
          <a:lstStyle/>
          <a:p>
            <a:endParaRPr lang="en-US"/>
          </a:p>
        </p:txBody>
      </p:sp>
      <p:sp>
        <p:nvSpPr>
          <p:cNvPr id="18" name="Text 10">
            <a:extLst>
              <a:ext uri="{FF2B5EF4-FFF2-40B4-BE49-F238E27FC236}">
                <a16:creationId xmlns:a16="http://schemas.microsoft.com/office/drawing/2014/main" id="{E54179AA-2DFC-40DE-4D98-53566F3CE079}"/>
              </a:ext>
            </a:extLst>
          </p:cNvPr>
          <p:cNvSpPr/>
          <p:nvPr/>
        </p:nvSpPr>
        <p:spPr>
          <a:xfrm>
            <a:off x="1773936" y="1817370"/>
            <a:ext cx="292608" cy="2926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0D7377"/>
                </a:solidFill>
              </a:rPr>
              <a:t>2</a:t>
            </a:r>
            <a:endParaRPr lang="en-US" sz="1600" dirty="0"/>
          </a:p>
        </p:txBody>
      </p:sp>
      <p:sp>
        <p:nvSpPr>
          <p:cNvPr id="19" name="Text 11">
            <a:extLst>
              <a:ext uri="{FF2B5EF4-FFF2-40B4-BE49-F238E27FC236}">
                <a16:creationId xmlns:a16="http://schemas.microsoft.com/office/drawing/2014/main" id="{7D68CA26-78A5-EBCF-FF5F-02F7659CC404}"/>
              </a:ext>
            </a:extLst>
          </p:cNvPr>
          <p:cNvSpPr/>
          <p:nvPr/>
        </p:nvSpPr>
        <p:spPr>
          <a:xfrm>
            <a:off x="1773936" y="2109978"/>
            <a:ext cx="118872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0A2342"/>
                </a:solidFill>
                <a:latin typeface="Trebuchet MS" pitchFamily="34" charset="0"/>
                <a:ea typeface="Trebuchet MS" pitchFamily="34" charset="-122"/>
                <a:cs typeface="Trebuchet MS" pitchFamily="34" charset="-120"/>
              </a:rPr>
              <a:t>Scale Estimation</a:t>
            </a:r>
            <a:endParaRPr lang="en-US" sz="1100" dirty="0"/>
          </a:p>
        </p:txBody>
      </p:sp>
      <p:sp>
        <p:nvSpPr>
          <p:cNvPr id="20" name="Text 12">
            <a:extLst>
              <a:ext uri="{FF2B5EF4-FFF2-40B4-BE49-F238E27FC236}">
                <a16:creationId xmlns:a16="http://schemas.microsoft.com/office/drawing/2014/main" id="{EBFC239D-F3A7-42AC-12D2-175809E22F17}"/>
              </a:ext>
            </a:extLst>
          </p:cNvPr>
          <p:cNvSpPr/>
          <p:nvPr/>
        </p:nvSpPr>
        <p:spPr>
          <a:xfrm>
            <a:off x="1773936" y="2366010"/>
            <a:ext cx="118872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00" dirty="0">
                <a:solidFill>
                  <a:srgbClr val="64748B"/>
                </a:solidFill>
                <a:latin typeface="Calibri" pitchFamily="34" charset="0"/>
                <a:ea typeface="Calibri" pitchFamily="34" charset="-122"/>
                <a:cs typeface="Calibri" pitchFamily="34" charset="-120"/>
              </a:rPr>
              <a:t>LoG scale-space → cell radius</a:t>
            </a:r>
            <a:endParaRPr lang="en-US" sz="900" dirty="0"/>
          </a:p>
        </p:txBody>
      </p:sp>
      <p:sp>
        <p:nvSpPr>
          <p:cNvPr id="21" name="Shape 13">
            <a:extLst>
              <a:ext uri="{FF2B5EF4-FFF2-40B4-BE49-F238E27FC236}">
                <a16:creationId xmlns:a16="http://schemas.microsoft.com/office/drawing/2014/main" id="{2FE5290F-3585-D26B-0AFA-4039EB982C9E}"/>
              </a:ext>
            </a:extLst>
          </p:cNvPr>
          <p:cNvSpPr/>
          <p:nvPr/>
        </p:nvSpPr>
        <p:spPr>
          <a:xfrm>
            <a:off x="2999232" y="2187702"/>
            <a:ext cx="64008" cy="0"/>
          </a:xfrm>
          <a:prstGeom prst="line">
            <a:avLst/>
          </a:prstGeom>
          <a:noFill/>
          <a:ln w="25400">
            <a:solidFill>
              <a:srgbClr val="14BDAC"/>
            </a:solidFill>
            <a:prstDash val="solid"/>
          </a:ln>
        </p:spPr>
        <p:txBody>
          <a:bodyPr/>
          <a:lstStyle/>
          <a:p>
            <a:endParaRPr lang="en-US"/>
          </a:p>
        </p:txBody>
      </p:sp>
      <p:sp>
        <p:nvSpPr>
          <p:cNvPr id="22" name="Shape 14">
            <a:extLst>
              <a:ext uri="{FF2B5EF4-FFF2-40B4-BE49-F238E27FC236}">
                <a16:creationId xmlns:a16="http://schemas.microsoft.com/office/drawing/2014/main" id="{23805DE1-9584-C8E2-1892-86F9D6F15BDA}"/>
              </a:ext>
            </a:extLst>
          </p:cNvPr>
          <p:cNvSpPr/>
          <p:nvPr/>
        </p:nvSpPr>
        <p:spPr>
          <a:xfrm>
            <a:off x="3063240" y="1707642"/>
            <a:ext cx="1261872" cy="960120"/>
          </a:xfrm>
          <a:prstGeom prst="rect">
            <a:avLst/>
          </a:prstGeom>
          <a:solidFill>
            <a:srgbClr val="FFFFFF"/>
          </a:solidFill>
          <a:ln w="12700">
            <a:solidFill>
              <a:srgbClr val="E2EBF0"/>
            </a:solidFill>
            <a:prstDash val="solid"/>
          </a:ln>
          <a:effectLst>
            <a:outerShdw blurRad="101600" dist="38100" dir="8100000" algn="bl" rotWithShape="0">
              <a:srgbClr val="000000">
                <a:alpha val="12000"/>
              </a:srgbClr>
            </a:outerShdw>
          </a:effectLst>
        </p:spPr>
        <p:txBody>
          <a:bodyPr/>
          <a:lstStyle/>
          <a:p>
            <a:endParaRPr lang="en-US"/>
          </a:p>
        </p:txBody>
      </p:sp>
      <p:sp>
        <p:nvSpPr>
          <p:cNvPr id="23" name="Shape 15">
            <a:extLst>
              <a:ext uri="{FF2B5EF4-FFF2-40B4-BE49-F238E27FC236}">
                <a16:creationId xmlns:a16="http://schemas.microsoft.com/office/drawing/2014/main" id="{4DABC9A9-6476-5B83-F4E2-8594AA37B518}"/>
              </a:ext>
            </a:extLst>
          </p:cNvPr>
          <p:cNvSpPr/>
          <p:nvPr/>
        </p:nvSpPr>
        <p:spPr>
          <a:xfrm>
            <a:off x="3063240" y="1707642"/>
            <a:ext cx="1261872" cy="64008"/>
          </a:xfrm>
          <a:prstGeom prst="rect">
            <a:avLst/>
          </a:prstGeom>
          <a:solidFill>
            <a:srgbClr val="F9788B"/>
          </a:solidFill>
          <a:ln w="12700">
            <a:solidFill>
              <a:srgbClr val="0D7377"/>
            </a:solidFill>
            <a:prstDash val="solid"/>
          </a:ln>
        </p:spPr>
        <p:txBody>
          <a:bodyPr/>
          <a:lstStyle/>
          <a:p>
            <a:endParaRPr lang="en-US"/>
          </a:p>
        </p:txBody>
      </p:sp>
      <p:sp>
        <p:nvSpPr>
          <p:cNvPr id="24" name="Text 16">
            <a:extLst>
              <a:ext uri="{FF2B5EF4-FFF2-40B4-BE49-F238E27FC236}">
                <a16:creationId xmlns:a16="http://schemas.microsoft.com/office/drawing/2014/main" id="{66D229A5-98D7-18BA-A4C5-B36ADCAC5925}"/>
              </a:ext>
            </a:extLst>
          </p:cNvPr>
          <p:cNvSpPr/>
          <p:nvPr/>
        </p:nvSpPr>
        <p:spPr>
          <a:xfrm>
            <a:off x="3099816" y="1817370"/>
            <a:ext cx="292608" cy="2926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0D7377"/>
                </a:solidFill>
              </a:rPr>
              <a:t>3</a:t>
            </a:r>
            <a:endParaRPr lang="en-US" sz="1600" dirty="0"/>
          </a:p>
        </p:txBody>
      </p:sp>
      <p:sp>
        <p:nvSpPr>
          <p:cNvPr id="25" name="Text 17">
            <a:extLst>
              <a:ext uri="{FF2B5EF4-FFF2-40B4-BE49-F238E27FC236}">
                <a16:creationId xmlns:a16="http://schemas.microsoft.com/office/drawing/2014/main" id="{474A5FB8-759E-DC07-577E-41ADEAB89EDB}"/>
              </a:ext>
            </a:extLst>
          </p:cNvPr>
          <p:cNvSpPr/>
          <p:nvPr/>
        </p:nvSpPr>
        <p:spPr>
          <a:xfrm>
            <a:off x="3099816" y="2109978"/>
            <a:ext cx="118872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0A2342"/>
                </a:solidFill>
                <a:latin typeface="Trebuchet MS" pitchFamily="34" charset="0"/>
                <a:ea typeface="Trebuchet MS" pitchFamily="34" charset="-122"/>
                <a:cs typeface="Trebuchet MS" pitchFamily="34" charset="-120"/>
              </a:rPr>
              <a:t>Spectral Anomaly</a:t>
            </a:r>
            <a:endParaRPr lang="en-US" sz="1100" dirty="0"/>
          </a:p>
        </p:txBody>
      </p:sp>
      <p:sp>
        <p:nvSpPr>
          <p:cNvPr id="26" name="Text 18">
            <a:extLst>
              <a:ext uri="{FF2B5EF4-FFF2-40B4-BE49-F238E27FC236}">
                <a16:creationId xmlns:a16="http://schemas.microsoft.com/office/drawing/2014/main" id="{833D088B-334E-510D-02F6-E8EA0A6FED81}"/>
              </a:ext>
            </a:extLst>
          </p:cNvPr>
          <p:cNvSpPr/>
          <p:nvPr/>
        </p:nvSpPr>
        <p:spPr>
          <a:xfrm>
            <a:off x="3099816" y="2366010"/>
            <a:ext cx="118872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00" dirty="0">
                <a:solidFill>
                  <a:srgbClr val="64748B"/>
                </a:solidFill>
                <a:latin typeface="Calibri" pitchFamily="34" charset="0"/>
                <a:ea typeface="Calibri" pitchFamily="34" charset="-122"/>
                <a:cs typeface="Calibri" pitchFamily="34" charset="-120"/>
              </a:rPr>
              <a:t>FFT → background-corrected Z</a:t>
            </a:r>
            <a:endParaRPr lang="en-US" sz="900" dirty="0"/>
          </a:p>
        </p:txBody>
      </p:sp>
      <p:sp>
        <p:nvSpPr>
          <p:cNvPr id="27" name="Shape 19">
            <a:extLst>
              <a:ext uri="{FF2B5EF4-FFF2-40B4-BE49-F238E27FC236}">
                <a16:creationId xmlns:a16="http://schemas.microsoft.com/office/drawing/2014/main" id="{1AB1DE19-8150-43AD-BD09-BE7DFA6FE56C}"/>
              </a:ext>
            </a:extLst>
          </p:cNvPr>
          <p:cNvSpPr/>
          <p:nvPr/>
        </p:nvSpPr>
        <p:spPr>
          <a:xfrm>
            <a:off x="4325112" y="2187702"/>
            <a:ext cx="64008" cy="0"/>
          </a:xfrm>
          <a:prstGeom prst="line">
            <a:avLst/>
          </a:prstGeom>
          <a:noFill/>
          <a:ln w="25400">
            <a:solidFill>
              <a:srgbClr val="14BDAC"/>
            </a:solidFill>
            <a:prstDash val="solid"/>
          </a:ln>
        </p:spPr>
        <p:txBody>
          <a:bodyPr/>
          <a:lstStyle/>
          <a:p>
            <a:endParaRPr lang="en-US"/>
          </a:p>
        </p:txBody>
      </p:sp>
      <p:sp>
        <p:nvSpPr>
          <p:cNvPr id="28" name="Shape 20">
            <a:extLst>
              <a:ext uri="{FF2B5EF4-FFF2-40B4-BE49-F238E27FC236}">
                <a16:creationId xmlns:a16="http://schemas.microsoft.com/office/drawing/2014/main" id="{0B8B52F1-FF7A-713A-CD25-80A3F3F2199F}"/>
              </a:ext>
            </a:extLst>
          </p:cNvPr>
          <p:cNvSpPr/>
          <p:nvPr/>
        </p:nvSpPr>
        <p:spPr>
          <a:xfrm>
            <a:off x="4389120" y="1707642"/>
            <a:ext cx="1261872" cy="960120"/>
          </a:xfrm>
          <a:prstGeom prst="rect">
            <a:avLst/>
          </a:prstGeom>
          <a:solidFill>
            <a:srgbClr val="FFFFFF"/>
          </a:solidFill>
          <a:ln w="12700">
            <a:solidFill>
              <a:srgbClr val="E2EBF0"/>
            </a:solidFill>
            <a:prstDash val="solid"/>
          </a:ln>
          <a:effectLst>
            <a:outerShdw blurRad="101600" dist="38100" dir="8100000" algn="bl" rotWithShape="0">
              <a:srgbClr val="000000">
                <a:alpha val="12000"/>
              </a:srgbClr>
            </a:outerShdw>
          </a:effectLst>
        </p:spPr>
        <p:txBody>
          <a:bodyPr/>
          <a:lstStyle/>
          <a:p>
            <a:endParaRPr lang="en-US"/>
          </a:p>
        </p:txBody>
      </p:sp>
      <p:sp>
        <p:nvSpPr>
          <p:cNvPr id="29" name="Shape 21">
            <a:extLst>
              <a:ext uri="{FF2B5EF4-FFF2-40B4-BE49-F238E27FC236}">
                <a16:creationId xmlns:a16="http://schemas.microsoft.com/office/drawing/2014/main" id="{81A1600B-2550-759D-6648-D996AF9884C2}"/>
              </a:ext>
            </a:extLst>
          </p:cNvPr>
          <p:cNvSpPr/>
          <p:nvPr/>
        </p:nvSpPr>
        <p:spPr>
          <a:xfrm>
            <a:off x="4389120" y="1707642"/>
            <a:ext cx="1261872" cy="64008"/>
          </a:xfrm>
          <a:prstGeom prst="rect">
            <a:avLst/>
          </a:prstGeom>
          <a:solidFill>
            <a:srgbClr val="F9788B"/>
          </a:solidFill>
          <a:ln w="12700">
            <a:solidFill>
              <a:srgbClr val="0D7377"/>
            </a:solidFill>
            <a:prstDash val="solid"/>
          </a:ln>
        </p:spPr>
        <p:txBody>
          <a:bodyPr/>
          <a:lstStyle/>
          <a:p>
            <a:endParaRPr lang="en-US"/>
          </a:p>
        </p:txBody>
      </p:sp>
      <p:sp>
        <p:nvSpPr>
          <p:cNvPr id="30" name="Text 22">
            <a:extLst>
              <a:ext uri="{FF2B5EF4-FFF2-40B4-BE49-F238E27FC236}">
                <a16:creationId xmlns:a16="http://schemas.microsoft.com/office/drawing/2014/main" id="{FF5B5A8D-BE05-141F-17E9-D8B09847AE47}"/>
              </a:ext>
            </a:extLst>
          </p:cNvPr>
          <p:cNvSpPr/>
          <p:nvPr/>
        </p:nvSpPr>
        <p:spPr>
          <a:xfrm>
            <a:off x="4425696" y="1817370"/>
            <a:ext cx="292608" cy="2926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0D7377"/>
                </a:solidFill>
              </a:rPr>
              <a:t>4</a:t>
            </a:r>
            <a:endParaRPr lang="en-US" sz="1600" dirty="0"/>
          </a:p>
        </p:txBody>
      </p:sp>
      <p:sp>
        <p:nvSpPr>
          <p:cNvPr id="31" name="Text 23">
            <a:extLst>
              <a:ext uri="{FF2B5EF4-FFF2-40B4-BE49-F238E27FC236}">
                <a16:creationId xmlns:a16="http://schemas.microsoft.com/office/drawing/2014/main" id="{B1B72CF3-2B51-1B38-05C4-F46FF9EA56C6}"/>
              </a:ext>
            </a:extLst>
          </p:cNvPr>
          <p:cNvSpPr/>
          <p:nvPr/>
        </p:nvSpPr>
        <p:spPr>
          <a:xfrm>
            <a:off x="4425696" y="2109978"/>
            <a:ext cx="118872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0A2342"/>
                </a:solidFill>
                <a:latin typeface="Trebuchet MS" pitchFamily="34" charset="0"/>
                <a:ea typeface="Trebuchet MS" pitchFamily="34" charset="-122"/>
                <a:cs typeface="Trebuchet MS" pitchFamily="34" charset="-120"/>
              </a:rPr>
              <a:t>Spatial Coherence</a:t>
            </a:r>
            <a:endParaRPr lang="en-US" sz="1100" dirty="0"/>
          </a:p>
        </p:txBody>
      </p:sp>
      <p:sp>
        <p:nvSpPr>
          <p:cNvPr id="32" name="Text 24">
            <a:extLst>
              <a:ext uri="{FF2B5EF4-FFF2-40B4-BE49-F238E27FC236}">
                <a16:creationId xmlns:a16="http://schemas.microsoft.com/office/drawing/2014/main" id="{9278A93D-CDF7-0B3E-D6D1-A430F7A3B585}"/>
              </a:ext>
            </a:extLst>
          </p:cNvPr>
          <p:cNvSpPr/>
          <p:nvPr/>
        </p:nvSpPr>
        <p:spPr>
          <a:xfrm>
            <a:off x="4425696" y="2366010"/>
            <a:ext cx="118872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00" dirty="0">
                <a:solidFill>
                  <a:srgbClr val="64748B"/>
                </a:solidFill>
                <a:latin typeface="Calibri" pitchFamily="34" charset="0"/>
                <a:ea typeface="Calibri" pitchFamily="34" charset="-122"/>
                <a:cs typeface="Calibri" pitchFamily="34" charset="-120"/>
              </a:rPr>
              <a:t>Neighbor correlation Z-score</a:t>
            </a:r>
            <a:endParaRPr lang="en-US" sz="900" dirty="0"/>
          </a:p>
        </p:txBody>
      </p:sp>
      <p:sp>
        <p:nvSpPr>
          <p:cNvPr id="33" name="Shape 25">
            <a:extLst>
              <a:ext uri="{FF2B5EF4-FFF2-40B4-BE49-F238E27FC236}">
                <a16:creationId xmlns:a16="http://schemas.microsoft.com/office/drawing/2014/main" id="{B342154E-6325-2E64-9010-A83B2E03FF3D}"/>
              </a:ext>
            </a:extLst>
          </p:cNvPr>
          <p:cNvSpPr/>
          <p:nvPr/>
        </p:nvSpPr>
        <p:spPr>
          <a:xfrm>
            <a:off x="5650992" y="2187702"/>
            <a:ext cx="64008" cy="0"/>
          </a:xfrm>
          <a:prstGeom prst="line">
            <a:avLst/>
          </a:prstGeom>
          <a:noFill/>
          <a:ln w="25400">
            <a:solidFill>
              <a:srgbClr val="14BDAC"/>
            </a:solidFill>
            <a:prstDash val="solid"/>
          </a:ln>
        </p:spPr>
        <p:txBody>
          <a:bodyPr/>
          <a:lstStyle/>
          <a:p>
            <a:endParaRPr lang="en-US"/>
          </a:p>
        </p:txBody>
      </p:sp>
      <p:sp>
        <p:nvSpPr>
          <p:cNvPr id="34" name="Shape 26">
            <a:extLst>
              <a:ext uri="{FF2B5EF4-FFF2-40B4-BE49-F238E27FC236}">
                <a16:creationId xmlns:a16="http://schemas.microsoft.com/office/drawing/2014/main" id="{360CF94B-A88D-D741-9370-0D0054A3E027}"/>
              </a:ext>
            </a:extLst>
          </p:cNvPr>
          <p:cNvSpPr/>
          <p:nvPr/>
        </p:nvSpPr>
        <p:spPr>
          <a:xfrm>
            <a:off x="5715000" y="1707642"/>
            <a:ext cx="1261872" cy="960120"/>
          </a:xfrm>
          <a:prstGeom prst="rect">
            <a:avLst/>
          </a:prstGeom>
          <a:solidFill>
            <a:srgbClr val="FFFFFF"/>
          </a:solidFill>
          <a:ln w="12700">
            <a:solidFill>
              <a:srgbClr val="E2EBF0"/>
            </a:solidFill>
            <a:prstDash val="solid"/>
          </a:ln>
          <a:effectLst>
            <a:outerShdw blurRad="101600" dist="38100" dir="8100000" algn="bl" rotWithShape="0">
              <a:srgbClr val="000000">
                <a:alpha val="12000"/>
              </a:srgbClr>
            </a:outerShdw>
          </a:effectLst>
        </p:spPr>
        <p:txBody>
          <a:bodyPr/>
          <a:lstStyle/>
          <a:p>
            <a:endParaRPr lang="en-US"/>
          </a:p>
        </p:txBody>
      </p:sp>
      <p:sp>
        <p:nvSpPr>
          <p:cNvPr id="35" name="Shape 27">
            <a:extLst>
              <a:ext uri="{FF2B5EF4-FFF2-40B4-BE49-F238E27FC236}">
                <a16:creationId xmlns:a16="http://schemas.microsoft.com/office/drawing/2014/main" id="{518B56FD-FB10-7569-2FDB-A924638292F4}"/>
              </a:ext>
            </a:extLst>
          </p:cNvPr>
          <p:cNvSpPr/>
          <p:nvPr/>
        </p:nvSpPr>
        <p:spPr>
          <a:xfrm>
            <a:off x="5715000" y="1707642"/>
            <a:ext cx="1261872" cy="64008"/>
          </a:xfrm>
          <a:prstGeom prst="rect">
            <a:avLst/>
          </a:prstGeom>
          <a:solidFill>
            <a:srgbClr val="F9788B"/>
          </a:solidFill>
          <a:ln w="12700">
            <a:solidFill>
              <a:srgbClr val="14BDAC"/>
            </a:solidFill>
            <a:prstDash val="solid"/>
          </a:ln>
        </p:spPr>
        <p:txBody>
          <a:bodyPr/>
          <a:lstStyle/>
          <a:p>
            <a:endParaRPr lang="en-US"/>
          </a:p>
        </p:txBody>
      </p:sp>
      <p:sp>
        <p:nvSpPr>
          <p:cNvPr id="36" name="Text 28">
            <a:extLst>
              <a:ext uri="{FF2B5EF4-FFF2-40B4-BE49-F238E27FC236}">
                <a16:creationId xmlns:a16="http://schemas.microsoft.com/office/drawing/2014/main" id="{3F39213E-2739-34D3-C2B3-684FC21A6D8A}"/>
              </a:ext>
            </a:extLst>
          </p:cNvPr>
          <p:cNvSpPr/>
          <p:nvPr/>
        </p:nvSpPr>
        <p:spPr>
          <a:xfrm>
            <a:off x="5751576" y="1817370"/>
            <a:ext cx="292608" cy="2926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0D7377"/>
                </a:solidFill>
              </a:rPr>
              <a:t>5</a:t>
            </a:r>
            <a:endParaRPr lang="en-US" sz="1600" dirty="0"/>
          </a:p>
        </p:txBody>
      </p:sp>
      <p:sp>
        <p:nvSpPr>
          <p:cNvPr id="37" name="Text 29">
            <a:extLst>
              <a:ext uri="{FF2B5EF4-FFF2-40B4-BE49-F238E27FC236}">
                <a16:creationId xmlns:a16="http://schemas.microsoft.com/office/drawing/2014/main" id="{4B192925-557F-AF05-04AA-BE4448FC3571}"/>
              </a:ext>
            </a:extLst>
          </p:cNvPr>
          <p:cNvSpPr/>
          <p:nvPr/>
        </p:nvSpPr>
        <p:spPr>
          <a:xfrm>
            <a:off x="5751576" y="2109978"/>
            <a:ext cx="118872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0A2342"/>
                </a:solidFill>
                <a:latin typeface="Trebuchet MS" pitchFamily="34" charset="0"/>
                <a:ea typeface="Trebuchet MS" pitchFamily="34" charset="-122"/>
                <a:cs typeface="Trebuchet MS" pitchFamily="34" charset="-120"/>
              </a:rPr>
              <a:t>Combine</a:t>
            </a:r>
            <a:endParaRPr lang="en-US" sz="1100" dirty="0"/>
          </a:p>
        </p:txBody>
      </p:sp>
      <p:sp>
        <p:nvSpPr>
          <p:cNvPr id="38" name="Text 30">
            <a:extLst>
              <a:ext uri="{FF2B5EF4-FFF2-40B4-BE49-F238E27FC236}">
                <a16:creationId xmlns:a16="http://schemas.microsoft.com/office/drawing/2014/main" id="{BB8FC3A2-BAC1-390B-97A6-5647FBD39765}"/>
              </a:ext>
            </a:extLst>
          </p:cNvPr>
          <p:cNvSpPr/>
          <p:nvPr/>
        </p:nvSpPr>
        <p:spPr>
          <a:xfrm>
            <a:off x="5751576" y="2366010"/>
            <a:ext cx="118872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00" dirty="0">
                <a:solidFill>
                  <a:srgbClr val="64748B"/>
                </a:solidFill>
                <a:latin typeface="Calibri" pitchFamily="34" charset="0"/>
                <a:ea typeface="Calibri" pitchFamily="34" charset="-122"/>
                <a:cs typeface="Calibri" pitchFamily="34" charset="-120"/>
              </a:rPr>
              <a:t>Stouffer: (Z₁ + Z₂) / √2</a:t>
            </a:r>
            <a:endParaRPr lang="en-US" sz="900" dirty="0"/>
          </a:p>
        </p:txBody>
      </p:sp>
      <p:sp>
        <p:nvSpPr>
          <p:cNvPr id="39" name="Shape 31">
            <a:extLst>
              <a:ext uri="{FF2B5EF4-FFF2-40B4-BE49-F238E27FC236}">
                <a16:creationId xmlns:a16="http://schemas.microsoft.com/office/drawing/2014/main" id="{E1F0D360-0EFE-17B3-B82B-E81E198831AB}"/>
              </a:ext>
            </a:extLst>
          </p:cNvPr>
          <p:cNvSpPr/>
          <p:nvPr/>
        </p:nvSpPr>
        <p:spPr>
          <a:xfrm>
            <a:off x="6976872" y="2187702"/>
            <a:ext cx="64008" cy="0"/>
          </a:xfrm>
          <a:prstGeom prst="line">
            <a:avLst/>
          </a:prstGeom>
          <a:noFill/>
          <a:ln w="25400">
            <a:solidFill>
              <a:srgbClr val="14BDAC"/>
            </a:solidFill>
            <a:prstDash val="solid"/>
          </a:ln>
        </p:spPr>
        <p:txBody>
          <a:bodyPr/>
          <a:lstStyle/>
          <a:p>
            <a:endParaRPr lang="en-US"/>
          </a:p>
        </p:txBody>
      </p:sp>
      <p:sp>
        <p:nvSpPr>
          <p:cNvPr id="40" name="Shape 32">
            <a:extLst>
              <a:ext uri="{FF2B5EF4-FFF2-40B4-BE49-F238E27FC236}">
                <a16:creationId xmlns:a16="http://schemas.microsoft.com/office/drawing/2014/main" id="{CCCCBFB0-DCD2-BB14-BF3D-1AFAD7543659}"/>
              </a:ext>
            </a:extLst>
          </p:cNvPr>
          <p:cNvSpPr/>
          <p:nvPr/>
        </p:nvSpPr>
        <p:spPr>
          <a:xfrm>
            <a:off x="7040880" y="1707642"/>
            <a:ext cx="1261872" cy="960120"/>
          </a:xfrm>
          <a:prstGeom prst="rect">
            <a:avLst/>
          </a:prstGeom>
          <a:solidFill>
            <a:srgbClr val="FFFFFF"/>
          </a:solidFill>
          <a:ln w="12700">
            <a:solidFill>
              <a:srgbClr val="E2EBF0"/>
            </a:solidFill>
            <a:prstDash val="solid"/>
          </a:ln>
          <a:effectLst>
            <a:outerShdw blurRad="101600" dist="38100" dir="8100000" algn="bl" rotWithShape="0">
              <a:srgbClr val="000000">
                <a:alpha val="12000"/>
              </a:srgbClr>
            </a:outerShdw>
          </a:effectLst>
        </p:spPr>
        <p:txBody>
          <a:bodyPr/>
          <a:lstStyle/>
          <a:p>
            <a:endParaRPr lang="en-US"/>
          </a:p>
        </p:txBody>
      </p:sp>
      <p:sp>
        <p:nvSpPr>
          <p:cNvPr id="41" name="Shape 33">
            <a:extLst>
              <a:ext uri="{FF2B5EF4-FFF2-40B4-BE49-F238E27FC236}">
                <a16:creationId xmlns:a16="http://schemas.microsoft.com/office/drawing/2014/main" id="{A98CD382-9A20-2476-BBC9-C6557A660E6E}"/>
              </a:ext>
            </a:extLst>
          </p:cNvPr>
          <p:cNvSpPr/>
          <p:nvPr/>
        </p:nvSpPr>
        <p:spPr>
          <a:xfrm>
            <a:off x="7040880" y="1707642"/>
            <a:ext cx="1261872" cy="64008"/>
          </a:xfrm>
          <a:prstGeom prst="rect">
            <a:avLst/>
          </a:prstGeom>
          <a:solidFill>
            <a:srgbClr val="F9788B"/>
          </a:solidFill>
          <a:ln w="12700">
            <a:solidFill>
              <a:srgbClr val="0D7377"/>
            </a:solidFill>
            <a:prstDash val="solid"/>
          </a:ln>
        </p:spPr>
        <p:txBody>
          <a:bodyPr/>
          <a:lstStyle/>
          <a:p>
            <a:endParaRPr lang="en-US"/>
          </a:p>
        </p:txBody>
      </p:sp>
      <p:sp>
        <p:nvSpPr>
          <p:cNvPr id="42" name="Text 34">
            <a:extLst>
              <a:ext uri="{FF2B5EF4-FFF2-40B4-BE49-F238E27FC236}">
                <a16:creationId xmlns:a16="http://schemas.microsoft.com/office/drawing/2014/main" id="{572934FC-F010-23FF-EACF-A09E9984DD8B}"/>
              </a:ext>
            </a:extLst>
          </p:cNvPr>
          <p:cNvSpPr/>
          <p:nvPr/>
        </p:nvSpPr>
        <p:spPr>
          <a:xfrm>
            <a:off x="7077456" y="1817370"/>
            <a:ext cx="292608" cy="2926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0D7377"/>
                </a:solidFill>
              </a:rPr>
              <a:t>6</a:t>
            </a:r>
            <a:endParaRPr lang="en-US" sz="1600" dirty="0"/>
          </a:p>
        </p:txBody>
      </p:sp>
      <p:sp>
        <p:nvSpPr>
          <p:cNvPr id="43" name="Text 35">
            <a:extLst>
              <a:ext uri="{FF2B5EF4-FFF2-40B4-BE49-F238E27FC236}">
                <a16:creationId xmlns:a16="http://schemas.microsoft.com/office/drawing/2014/main" id="{945D8435-15B4-CD4E-3CC2-1AD98F929184}"/>
              </a:ext>
            </a:extLst>
          </p:cNvPr>
          <p:cNvSpPr/>
          <p:nvPr/>
        </p:nvSpPr>
        <p:spPr>
          <a:xfrm>
            <a:off x="7077456" y="2109978"/>
            <a:ext cx="118872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0A2342"/>
                </a:solidFill>
                <a:latin typeface="Trebuchet MS" pitchFamily="34" charset="0"/>
                <a:ea typeface="Trebuchet MS" pitchFamily="34" charset="-122"/>
                <a:cs typeface="Trebuchet MS" pitchFamily="34" charset="-120"/>
              </a:rPr>
              <a:t>ROI Extraction</a:t>
            </a:r>
            <a:endParaRPr lang="en-US" sz="1100" dirty="0"/>
          </a:p>
        </p:txBody>
      </p:sp>
      <p:sp>
        <p:nvSpPr>
          <p:cNvPr id="44" name="Text 36">
            <a:extLst>
              <a:ext uri="{FF2B5EF4-FFF2-40B4-BE49-F238E27FC236}">
                <a16:creationId xmlns:a16="http://schemas.microsoft.com/office/drawing/2014/main" id="{39C5CA02-D392-6DBD-2639-01F034907801}"/>
              </a:ext>
            </a:extLst>
          </p:cNvPr>
          <p:cNvSpPr/>
          <p:nvPr/>
        </p:nvSpPr>
        <p:spPr>
          <a:xfrm>
            <a:off x="7077456" y="2366010"/>
            <a:ext cx="118872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00" dirty="0">
                <a:solidFill>
                  <a:srgbClr val="64748B"/>
                </a:solidFill>
                <a:latin typeface="Calibri" pitchFamily="34" charset="0"/>
                <a:ea typeface="Calibri" pitchFamily="34" charset="-122"/>
                <a:cs typeface="Calibri" pitchFamily="34" charset="-120"/>
              </a:rPr>
              <a:t>Watershed → ranked basins</a:t>
            </a:r>
            <a:endParaRPr lang="en-US" sz="900" dirty="0"/>
          </a:p>
        </p:txBody>
      </p:sp>
      <p:sp>
        <p:nvSpPr>
          <p:cNvPr id="45" name="Shape 37">
            <a:extLst>
              <a:ext uri="{FF2B5EF4-FFF2-40B4-BE49-F238E27FC236}">
                <a16:creationId xmlns:a16="http://schemas.microsoft.com/office/drawing/2014/main" id="{B2E2E4DD-5EB8-FD98-11B5-65F5999EA04C}"/>
              </a:ext>
            </a:extLst>
          </p:cNvPr>
          <p:cNvSpPr/>
          <p:nvPr/>
        </p:nvSpPr>
        <p:spPr>
          <a:xfrm>
            <a:off x="411480" y="2868930"/>
            <a:ext cx="8321040" cy="566928"/>
          </a:xfrm>
          <a:prstGeom prst="rect">
            <a:avLst/>
          </a:prstGeom>
          <a:solidFill>
            <a:srgbClr val="7E00C8"/>
          </a:solidFill>
          <a:ln w="12700">
            <a:solidFill>
              <a:srgbClr val="0A2342"/>
            </a:solidFill>
            <a:prstDash val="solid"/>
          </a:ln>
          <a:effectLst>
            <a:outerShdw blurRad="101600" dist="38100" dir="8100000" algn="bl" rotWithShape="0">
              <a:srgbClr val="000000">
                <a:alpha val="12000"/>
              </a:srgbClr>
            </a:outerShdw>
          </a:effectLst>
        </p:spPr>
        <p:txBody>
          <a:bodyPr/>
          <a:lstStyle/>
          <a:p>
            <a:endParaRPr lang="en-US"/>
          </a:p>
        </p:txBody>
      </p:sp>
      <p:sp>
        <p:nvSpPr>
          <p:cNvPr id="46" name="Text 38">
            <a:extLst>
              <a:ext uri="{FF2B5EF4-FFF2-40B4-BE49-F238E27FC236}">
                <a16:creationId xmlns:a16="http://schemas.microsoft.com/office/drawing/2014/main" id="{36C05893-B182-9261-5419-621D5739D622}"/>
              </a:ext>
            </a:extLst>
          </p:cNvPr>
          <p:cNvSpPr/>
          <p:nvPr/>
        </p:nvSpPr>
        <p:spPr>
          <a:xfrm>
            <a:off x="502920" y="2868930"/>
            <a:ext cx="8229600" cy="56692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i="1" dirty="0">
                <a:solidFill>
                  <a:schemeClr val="bg1"/>
                </a:solidFill>
                <a:latin typeface="Calibri" pitchFamily="34" charset="0"/>
                <a:ea typeface="Calibri" pitchFamily="34" charset="-122"/>
                <a:cs typeface="Calibri" pitchFamily="34" charset="-120"/>
              </a:rPr>
              <a:t>No user-defined thresholds or scale parameters — every decision is derived from the data itself</a:t>
            </a:r>
            <a:endParaRPr lang="en-US" sz="1200" dirty="0">
              <a:solidFill>
                <a:schemeClr val="bg1"/>
              </a:solidFill>
            </a:endParaRPr>
          </a:p>
        </p:txBody>
      </p:sp>
      <p:sp>
        <p:nvSpPr>
          <p:cNvPr id="47" name="Shape 9">
            <a:extLst>
              <a:ext uri="{FF2B5EF4-FFF2-40B4-BE49-F238E27FC236}">
                <a16:creationId xmlns:a16="http://schemas.microsoft.com/office/drawing/2014/main" id="{DC57BCE2-772F-E785-8868-D6B5E8C0BCB9}"/>
              </a:ext>
            </a:extLst>
          </p:cNvPr>
          <p:cNvSpPr/>
          <p:nvPr/>
        </p:nvSpPr>
        <p:spPr>
          <a:xfrm>
            <a:off x="1737360" y="1717009"/>
            <a:ext cx="1261872" cy="64008"/>
          </a:xfrm>
          <a:prstGeom prst="rect">
            <a:avLst/>
          </a:prstGeom>
          <a:solidFill>
            <a:srgbClr val="F9788B"/>
          </a:solidFill>
          <a:ln w="12700">
            <a:solidFill>
              <a:srgbClr val="0D7377"/>
            </a:solidFill>
            <a:prstDash val="solid"/>
          </a:ln>
        </p:spPr>
        <p:txBody>
          <a:bodyPr/>
          <a:lstStyle/>
          <a:p>
            <a:endParaRPr lang="en-US"/>
          </a:p>
        </p:txBody>
      </p:sp>
    </p:spTree>
    <p:extLst>
      <p:ext uri="{BB962C8B-B14F-4D97-AF65-F5344CB8AC3E}">
        <p14:creationId xmlns:p14="http://schemas.microsoft.com/office/powerpoint/2010/main" val="2610244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239D3-2FBE-5C09-A579-005E4E156D32}"/>
              </a:ext>
            </a:extLst>
          </p:cNvPr>
          <p:cNvSpPr>
            <a:spLocks noGrp="1"/>
          </p:cNvSpPr>
          <p:nvPr>
            <p:ph type="title"/>
          </p:nvPr>
        </p:nvSpPr>
        <p:spPr>
          <a:xfrm>
            <a:off x="1187896" y="252986"/>
            <a:ext cx="4873640" cy="319528"/>
          </a:xfrm>
        </p:spPr>
        <p:txBody>
          <a:bodyPr/>
          <a:lstStyle/>
          <a:p>
            <a:r>
              <a:rPr lang="en-US" b="1" dirty="0">
                <a:solidFill>
                  <a:srgbClr val="0A2342"/>
                </a:solidFill>
                <a:latin typeface="Trebuchet MS" pitchFamily="34" charset="0"/>
                <a:ea typeface="Trebuchet MS" pitchFamily="34" charset="-122"/>
                <a:cs typeface="Trebuchet MS" pitchFamily="34" charset="-120"/>
              </a:rPr>
              <a:t>Preprocessing &amp; Scale Estimation</a:t>
            </a:r>
            <a:endParaRPr lang="en-US" dirty="0"/>
          </a:p>
        </p:txBody>
      </p:sp>
      <p:sp>
        <p:nvSpPr>
          <p:cNvPr id="3" name="Slide Number Placeholder 2">
            <a:extLst>
              <a:ext uri="{FF2B5EF4-FFF2-40B4-BE49-F238E27FC236}">
                <a16:creationId xmlns:a16="http://schemas.microsoft.com/office/drawing/2014/main" id="{04037C58-3D8E-767F-AB63-E84460B45B0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sp>
        <p:nvSpPr>
          <p:cNvPr id="4" name="Text Placeholder 3">
            <a:extLst>
              <a:ext uri="{FF2B5EF4-FFF2-40B4-BE49-F238E27FC236}">
                <a16:creationId xmlns:a16="http://schemas.microsoft.com/office/drawing/2014/main" id="{D1217998-D583-261F-19B8-5B26BA6F4FB4}"/>
              </a:ext>
            </a:extLst>
          </p:cNvPr>
          <p:cNvSpPr>
            <a:spLocks noGrp="1"/>
          </p:cNvSpPr>
          <p:nvPr>
            <p:ph type="body" idx="14"/>
          </p:nvPr>
        </p:nvSpPr>
        <p:spPr/>
        <p:txBody>
          <a:bodyPr>
            <a:normAutofit fontScale="92500"/>
          </a:bodyPr>
          <a:lstStyle/>
          <a:p>
            <a:endParaRPr lang="en-US"/>
          </a:p>
        </p:txBody>
      </p:sp>
      <p:sp>
        <p:nvSpPr>
          <p:cNvPr id="5" name="Text Placeholder 4">
            <a:extLst>
              <a:ext uri="{FF2B5EF4-FFF2-40B4-BE49-F238E27FC236}">
                <a16:creationId xmlns:a16="http://schemas.microsoft.com/office/drawing/2014/main" id="{8E1D95E0-C38B-9834-9366-CFFEE1B0F55C}"/>
              </a:ext>
            </a:extLst>
          </p:cNvPr>
          <p:cNvSpPr>
            <a:spLocks noGrp="1"/>
          </p:cNvSpPr>
          <p:nvPr>
            <p:ph type="body" sz="quarter" idx="15"/>
          </p:nvPr>
        </p:nvSpPr>
        <p:spPr>
          <a:xfrm>
            <a:off x="176213" y="260350"/>
            <a:ext cx="987569" cy="304800"/>
          </a:xfrm>
        </p:spPr>
        <p:txBody>
          <a:bodyPr/>
          <a:lstStyle/>
          <a:p>
            <a:r>
              <a:rPr lang="en-US" dirty="0"/>
              <a:t>Stage 1/2</a:t>
            </a:r>
          </a:p>
        </p:txBody>
      </p:sp>
      <p:sp>
        <p:nvSpPr>
          <p:cNvPr id="6" name="Content Placeholder 5">
            <a:extLst>
              <a:ext uri="{FF2B5EF4-FFF2-40B4-BE49-F238E27FC236}">
                <a16:creationId xmlns:a16="http://schemas.microsoft.com/office/drawing/2014/main" id="{F041DC17-A8F2-44B0-DE76-17593AA63936}"/>
              </a:ext>
            </a:extLst>
          </p:cNvPr>
          <p:cNvSpPr>
            <a:spLocks noGrp="1"/>
          </p:cNvSpPr>
          <p:nvPr>
            <p:ph idx="1"/>
          </p:nvPr>
        </p:nvSpPr>
        <p:spPr/>
        <p:txBody>
          <a:bodyPr/>
          <a:lstStyle/>
          <a:p>
            <a:endParaRPr lang="en-US" dirty="0"/>
          </a:p>
        </p:txBody>
      </p:sp>
      <p:sp>
        <p:nvSpPr>
          <p:cNvPr id="7" name="Shape 2">
            <a:extLst>
              <a:ext uri="{FF2B5EF4-FFF2-40B4-BE49-F238E27FC236}">
                <a16:creationId xmlns:a16="http://schemas.microsoft.com/office/drawing/2014/main" id="{99D679F7-5BC3-0447-3868-8DF154E11494}"/>
              </a:ext>
            </a:extLst>
          </p:cNvPr>
          <p:cNvSpPr/>
          <p:nvPr/>
        </p:nvSpPr>
        <p:spPr>
          <a:xfrm>
            <a:off x="411480" y="1085850"/>
            <a:ext cx="3977640" cy="1874520"/>
          </a:xfrm>
          <a:prstGeom prst="rect">
            <a:avLst/>
          </a:prstGeom>
          <a:solidFill>
            <a:srgbClr val="FFFFFF"/>
          </a:solidFill>
          <a:ln w="12700">
            <a:solidFill>
              <a:srgbClr val="E2EBF0"/>
            </a:solidFill>
            <a:prstDash val="solid"/>
          </a:ln>
          <a:effectLst>
            <a:outerShdw blurRad="101600" dist="38100" dir="8100000" algn="bl" rotWithShape="0">
              <a:srgbClr val="000000">
                <a:alpha val="12000"/>
              </a:srgbClr>
            </a:outerShdw>
          </a:effectLst>
        </p:spPr>
        <p:txBody>
          <a:bodyPr/>
          <a:lstStyle/>
          <a:p>
            <a:endParaRPr lang="en-US"/>
          </a:p>
        </p:txBody>
      </p:sp>
      <p:sp>
        <p:nvSpPr>
          <p:cNvPr id="8" name="Shape 3">
            <a:extLst>
              <a:ext uri="{FF2B5EF4-FFF2-40B4-BE49-F238E27FC236}">
                <a16:creationId xmlns:a16="http://schemas.microsoft.com/office/drawing/2014/main" id="{86679825-0B58-FB35-5C93-3BA391EDD1C7}"/>
              </a:ext>
            </a:extLst>
          </p:cNvPr>
          <p:cNvSpPr/>
          <p:nvPr/>
        </p:nvSpPr>
        <p:spPr>
          <a:xfrm>
            <a:off x="411480" y="1085850"/>
            <a:ext cx="64008" cy="1874520"/>
          </a:xfrm>
          <a:prstGeom prst="rect">
            <a:avLst/>
          </a:prstGeom>
          <a:solidFill>
            <a:srgbClr val="F9788B"/>
          </a:solidFill>
          <a:ln w="12700">
            <a:solidFill>
              <a:srgbClr val="0D7377"/>
            </a:solidFill>
            <a:prstDash val="solid"/>
          </a:ln>
        </p:spPr>
        <p:txBody>
          <a:bodyPr/>
          <a:lstStyle/>
          <a:p>
            <a:endParaRPr lang="en-US"/>
          </a:p>
        </p:txBody>
      </p:sp>
      <p:sp>
        <p:nvSpPr>
          <p:cNvPr id="9" name="Shape 4">
            <a:extLst>
              <a:ext uri="{FF2B5EF4-FFF2-40B4-BE49-F238E27FC236}">
                <a16:creationId xmlns:a16="http://schemas.microsoft.com/office/drawing/2014/main" id="{4B1160E4-9E17-F617-C67B-C67E3ED4556A}"/>
              </a:ext>
            </a:extLst>
          </p:cNvPr>
          <p:cNvSpPr/>
          <p:nvPr/>
        </p:nvSpPr>
        <p:spPr>
          <a:xfrm>
            <a:off x="576072" y="1204722"/>
            <a:ext cx="347472" cy="347472"/>
          </a:xfrm>
          <a:prstGeom prst="ellipse">
            <a:avLst/>
          </a:prstGeom>
          <a:solidFill>
            <a:srgbClr val="F9788B"/>
          </a:solidFill>
          <a:ln w="12700">
            <a:solidFill>
              <a:srgbClr val="14BDAC"/>
            </a:solidFill>
            <a:prstDash val="solid"/>
          </a:ln>
        </p:spPr>
        <p:txBody>
          <a:bodyPr/>
          <a:lstStyle/>
          <a:p>
            <a:endParaRPr lang="en-US"/>
          </a:p>
        </p:txBody>
      </p:sp>
      <p:sp>
        <p:nvSpPr>
          <p:cNvPr id="10" name="Text 5">
            <a:extLst>
              <a:ext uri="{FF2B5EF4-FFF2-40B4-BE49-F238E27FC236}">
                <a16:creationId xmlns:a16="http://schemas.microsoft.com/office/drawing/2014/main" id="{46FD55DF-5A53-306C-A063-A29C8823E507}"/>
              </a:ext>
            </a:extLst>
          </p:cNvPr>
          <p:cNvSpPr/>
          <p:nvPr/>
        </p:nvSpPr>
        <p:spPr>
          <a:xfrm>
            <a:off x="576072" y="1204722"/>
            <a:ext cx="347472" cy="34747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0A2342"/>
                </a:solidFill>
              </a:rPr>
              <a:t>1</a:t>
            </a:r>
            <a:endParaRPr lang="en-US" sz="1300" dirty="0"/>
          </a:p>
        </p:txBody>
      </p:sp>
      <p:sp>
        <p:nvSpPr>
          <p:cNvPr id="11" name="Text 6">
            <a:extLst>
              <a:ext uri="{FF2B5EF4-FFF2-40B4-BE49-F238E27FC236}">
                <a16:creationId xmlns:a16="http://schemas.microsoft.com/office/drawing/2014/main" id="{DB84D2E8-A25B-A732-D555-DB5B2CA5999A}"/>
              </a:ext>
            </a:extLst>
          </p:cNvPr>
          <p:cNvSpPr/>
          <p:nvPr/>
        </p:nvSpPr>
        <p:spPr>
          <a:xfrm>
            <a:off x="1005840" y="1195578"/>
            <a:ext cx="329184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dirty="0">
                <a:solidFill>
                  <a:srgbClr val="0A2342"/>
                </a:solidFill>
                <a:latin typeface="Trebuchet MS" pitchFamily="34" charset="0"/>
                <a:ea typeface="Trebuchet MS" pitchFamily="34" charset="-122"/>
                <a:cs typeface="Trebuchet MS" pitchFamily="34" charset="-120"/>
              </a:rPr>
              <a:t>Preprocessing – Remove linear ramp</a:t>
            </a:r>
            <a:endParaRPr lang="en-US" sz="1200" dirty="0"/>
          </a:p>
        </p:txBody>
      </p:sp>
      <p:sp>
        <p:nvSpPr>
          <p:cNvPr id="12" name="Text 7">
            <a:extLst>
              <a:ext uri="{FF2B5EF4-FFF2-40B4-BE49-F238E27FC236}">
                <a16:creationId xmlns:a16="http://schemas.microsoft.com/office/drawing/2014/main" id="{6D58E29A-1FAF-5064-CE7E-4E5895084190}"/>
              </a:ext>
            </a:extLst>
          </p:cNvPr>
          <p:cNvSpPr/>
          <p:nvPr/>
        </p:nvSpPr>
        <p:spPr>
          <a:xfrm>
            <a:off x="1005840" y="1524762"/>
            <a:ext cx="3291840" cy="1344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Calibri" pitchFamily="34" charset="0"/>
                <a:ea typeface="Calibri" pitchFamily="34" charset="-122"/>
                <a:cs typeface="Calibri" pitchFamily="34" charset="-120"/>
              </a:rPr>
              <a:t>Linear temporal trends (photobleaching, illumination drift) are removed from every pixel's time series independently using detrend. The stack is then cast to single precision, halving memory and arithmetic cost throughout the pipeline.</a:t>
            </a:r>
            <a:endParaRPr lang="en-US" sz="1000" dirty="0"/>
          </a:p>
        </p:txBody>
      </p:sp>
      <p:sp>
        <p:nvSpPr>
          <p:cNvPr id="13" name="Shape 8">
            <a:extLst>
              <a:ext uri="{FF2B5EF4-FFF2-40B4-BE49-F238E27FC236}">
                <a16:creationId xmlns:a16="http://schemas.microsoft.com/office/drawing/2014/main" id="{5399D0C1-299F-46F0-95E2-50E5F7882918}"/>
              </a:ext>
            </a:extLst>
          </p:cNvPr>
          <p:cNvSpPr/>
          <p:nvPr/>
        </p:nvSpPr>
        <p:spPr>
          <a:xfrm>
            <a:off x="4754880" y="1085850"/>
            <a:ext cx="3977640" cy="1874520"/>
          </a:xfrm>
          <a:prstGeom prst="rect">
            <a:avLst/>
          </a:prstGeom>
          <a:solidFill>
            <a:srgbClr val="FFFFFF"/>
          </a:solidFill>
          <a:ln w="12700">
            <a:solidFill>
              <a:srgbClr val="E2EBF0"/>
            </a:solidFill>
            <a:prstDash val="solid"/>
          </a:ln>
          <a:effectLst>
            <a:outerShdw blurRad="101600" dist="38100" dir="8100000" algn="bl" rotWithShape="0">
              <a:srgbClr val="000000">
                <a:alpha val="12000"/>
              </a:srgbClr>
            </a:outerShdw>
          </a:effectLst>
        </p:spPr>
        <p:txBody>
          <a:bodyPr/>
          <a:lstStyle/>
          <a:p>
            <a:endParaRPr lang="en-US"/>
          </a:p>
        </p:txBody>
      </p:sp>
      <p:sp>
        <p:nvSpPr>
          <p:cNvPr id="14" name="Shape 9">
            <a:extLst>
              <a:ext uri="{FF2B5EF4-FFF2-40B4-BE49-F238E27FC236}">
                <a16:creationId xmlns:a16="http://schemas.microsoft.com/office/drawing/2014/main" id="{09ACC838-1360-F1F5-5F2C-BF3A40657FB4}"/>
              </a:ext>
            </a:extLst>
          </p:cNvPr>
          <p:cNvSpPr/>
          <p:nvPr/>
        </p:nvSpPr>
        <p:spPr>
          <a:xfrm>
            <a:off x="4754880" y="1085850"/>
            <a:ext cx="64008" cy="1874520"/>
          </a:xfrm>
          <a:prstGeom prst="rect">
            <a:avLst/>
          </a:prstGeom>
          <a:solidFill>
            <a:srgbClr val="F9788B"/>
          </a:solidFill>
          <a:ln w="12700">
            <a:solidFill>
              <a:srgbClr val="0D7377"/>
            </a:solidFill>
            <a:prstDash val="solid"/>
          </a:ln>
        </p:spPr>
        <p:txBody>
          <a:bodyPr/>
          <a:lstStyle/>
          <a:p>
            <a:endParaRPr lang="en-US"/>
          </a:p>
        </p:txBody>
      </p:sp>
      <p:sp>
        <p:nvSpPr>
          <p:cNvPr id="15" name="Shape 10">
            <a:extLst>
              <a:ext uri="{FF2B5EF4-FFF2-40B4-BE49-F238E27FC236}">
                <a16:creationId xmlns:a16="http://schemas.microsoft.com/office/drawing/2014/main" id="{618701B4-7E14-9053-4D9F-04B54CDD3782}"/>
              </a:ext>
            </a:extLst>
          </p:cNvPr>
          <p:cNvSpPr/>
          <p:nvPr/>
        </p:nvSpPr>
        <p:spPr>
          <a:xfrm>
            <a:off x="4919472" y="1204722"/>
            <a:ext cx="347472" cy="347472"/>
          </a:xfrm>
          <a:prstGeom prst="ellipse">
            <a:avLst/>
          </a:prstGeom>
          <a:solidFill>
            <a:srgbClr val="F9788B"/>
          </a:solidFill>
          <a:ln w="12700">
            <a:solidFill>
              <a:srgbClr val="14BDAC"/>
            </a:solidFill>
            <a:prstDash val="solid"/>
          </a:ln>
        </p:spPr>
        <p:txBody>
          <a:bodyPr/>
          <a:lstStyle/>
          <a:p>
            <a:endParaRPr lang="en-US"/>
          </a:p>
        </p:txBody>
      </p:sp>
      <p:sp>
        <p:nvSpPr>
          <p:cNvPr id="16" name="Text 11">
            <a:extLst>
              <a:ext uri="{FF2B5EF4-FFF2-40B4-BE49-F238E27FC236}">
                <a16:creationId xmlns:a16="http://schemas.microsoft.com/office/drawing/2014/main" id="{95A61FD7-19D8-8967-0ADB-2B2DD1BC1FFA}"/>
              </a:ext>
            </a:extLst>
          </p:cNvPr>
          <p:cNvSpPr/>
          <p:nvPr/>
        </p:nvSpPr>
        <p:spPr>
          <a:xfrm>
            <a:off x="4919472" y="1204722"/>
            <a:ext cx="347472" cy="34747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0A2342"/>
                </a:solidFill>
              </a:rPr>
              <a:t>2</a:t>
            </a:r>
            <a:endParaRPr lang="en-US" sz="1300" dirty="0"/>
          </a:p>
        </p:txBody>
      </p:sp>
      <p:sp>
        <p:nvSpPr>
          <p:cNvPr id="17" name="Text 12">
            <a:extLst>
              <a:ext uri="{FF2B5EF4-FFF2-40B4-BE49-F238E27FC236}">
                <a16:creationId xmlns:a16="http://schemas.microsoft.com/office/drawing/2014/main" id="{82213B98-249F-437E-6C87-4BF74EC0DDAB}"/>
              </a:ext>
            </a:extLst>
          </p:cNvPr>
          <p:cNvSpPr/>
          <p:nvPr/>
        </p:nvSpPr>
        <p:spPr>
          <a:xfrm>
            <a:off x="5349240" y="1195578"/>
            <a:ext cx="329184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dirty="0">
                <a:solidFill>
                  <a:srgbClr val="0A2342"/>
                </a:solidFill>
                <a:latin typeface="Trebuchet MS" pitchFamily="34" charset="0"/>
                <a:ea typeface="Trebuchet MS" pitchFamily="34" charset="-122"/>
                <a:cs typeface="Trebuchet MS" pitchFamily="34" charset="-120"/>
              </a:rPr>
              <a:t>Cell Scale Estimation</a:t>
            </a:r>
            <a:endParaRPr lang="en-US" sz="1200" dirty="0"/>
          </a:p>
        </p:txBody>
      </p:sp>
      <p:sp>
        <p:nvSpPr>
          <p:cNvPr id="18" name="Text 13">
            <a:extLst>
              <a:ext uri="{FF2B5EF4-FFF2-40B4-BE49-F238E27FC236}">
                <a16:creationId xmlns:a16="http://schemas.microsoft.com/office/drawing/2014/main" id="{E1791C07-BBAD-C796-27FE-9566B1880272}"/>
              </a:ext>
            </a:extLst>
          </p:cNvPr>
          <p:cNvSpPr/>
          <p:nvPr/>
        </p:nvSpPr>
        <p:spPr>
          <a:xfrm>
            <a:off x="5349240" y="1524762"/>
            <a:ext cx="3291840" cy="1344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Calibri" pitchFamily="34" charset="0"/>
                <a:ea typeface="Calibri" pitchFamily="34" charset="-122"/>
                <a:cs typeface="Calibri" pitchFamily="34" charset="-120"/>
              </a:rPr>
              <a:t>The temporal variance image is computed — pixels with signal have higher variance. A normalised Laplacian-of-Gaussian scale-space search on a 4× downsampled version finds the dominant blob scale, giving cell radius with no user input.</a:t>
            </a:r>
            <a:endParaRPr lang="en-US" sz="1000" dirty="0"/>
          </a:p>
        </p:txBody>
      </p:sp>
      <p:sp>
        <p:nvSpPr>
          <p:cNvPr id="19" name="Shape 14">
            <a:extLst>
              <a:ext uri="{FF2B5EF4-FFF2-40B4-BE49-F238E27FC236}">
                <a16:creationId xmlns:a16="http://schemas.microsoft.com/office/drawing/2014/main" id="{AC43E107-1269-3FEA-6B99-AE6F32812AF3}"/>
              </a:ext>
            </a:extLst>
          </p:cNvPr>
          <p:cNvSpPr/>
          <p:nvPr/>
        </p:nvSpPr>
        <p:spPr>
          <a:xfrm>
            <a:off x="4754880" y="3097530"/>
            <a:ext cx="3977640" cy="960120"/>
          </a:xfrm>
          <a:prstGeom prst="rect">
            <a:avLst/>
          </a:prstGeom>
          <a:solidFill>
            <a:srgbClr val="F0F0F0"/>
          </a:solidFill>
          <a:ln w="12700">
            <a:solidFill>
              <a:srgbClr val="E2EBF0"/>
            </a:solidFill>
            <a:prstDash val="solid"/>
          </a:ln>
        </p:spPr>
        <p:txBody>
          <a:bodyPr/>
          <a:lstStyle/>
          <a:p>
            <a:endParaRPr lang="en-US"/>
          </a:p>
        </p:txBody>
      </p:sp>
      <p:sp>
        <p:nvSpPr>
          <p:cNvPr id="20" name="Text 15">
            <a:extLst>
              <a:ext uri="{FF2B5EF4-FFF2-40B4-BE49-F238E27FC236}">
                <a16:creationId xmlns:a16="http://schemas.microsoft.com/office/drawing/2014/main" id="{CEBCF552-27A6-2CC9-42AE-3461533BCAE4}"/>
              </a:ext>
            </a:extLst>
          </p:cNvPr>
          <p:cNvSpPr/>
          <p:nvPr/>
        </p:nvSpPr>
        <p:spPr>
          <a:xfrm>
            <a:off x="4892040" y="3161538"/>
            <a:ext cx="365760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dirty="0">
                <a:solidFill>
                  <a:srgbClr val="0A2342"/>
                </a:solidFill>
              </a:rPr>
              <a:t>Derived automatically from cell radius:</a:t>
            </a:r>
            <a:endParaRPr lang="en-US" sz="1000" dirty="0"/>
          </a:p>
        </p:txBody>
      </p:sp>
      <p:sp>
        <p:nvSpPr>
          <p:cNvPr id="21" name="Text 16">
            <a:extLst>
              <a:ext uri="{FF2B5EF4-FFF2-40B4-BE49-F238E27FC236}">
                <a16:creationId xmlns:a16="http://schemas.microsoft.com/office/drawing/2014/main" id="{0CC3E84A-BB3C-BF2B-0F83-D0FD9F67EF46}"/>
              </a:ext>
            </a:extLst>
          </p:cNvPr>
          <p:cNvSpPr/>
          <p:nvPr/>
        </p:nvSpPr>
        <p:spPr>
          <a:xfrm>
            <a:off x="4892040" y="3435858"/>
            <a:ext cx="3703320" cy="5486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dirty="0">
                <a:solidFill>
                  <a:srgbClr val="0D7377"/>
                </a:solidFill>
                <a:latin typeface="Calibri" pitchFamily="34" charset="0"/>
                <a:ea typeface="Calibri" pitchFamily="34" charset="-122"/>
                <a:cs typeface="Calibri" pitchFamily="34" charset="-120"/>
              </a:rPr>
              <a:t>neighborRadius</a:t>
            </a:r>
            <a:r>
              <a:rPr lang="en-US" sz="1000" dirty="0">
                <a:solidFill>
                  <a:srgbClr val="0A2342"/>
                </a:solidFill>
                <a:latin typeface="Calibri" pitchFamily="34" charset="0"/>
                <a:ea typeface="Calibri" pitchFamily="34" charset="-122"/>
                <a:cs typeface="Calibri" pitchFamily="34" charset="-120"/>
              </a:rPr>
              <a:t>  ≈  cell radius  (coherence kernel spans one cell body)
</a:t>
            </a:r>
            <a:r>
              <a:rPr lang="en-US" sz="1000" b="1" dirty="0">
                <a:solidFill>
                  <a:srgbClr val="0D7377"/>
                </a:solidFill>
                <a:latin typeface="Calibri" pitchFamily="34" charset="0"/>
                <a:ea typeface="Calibri" pitchFamily="34" charset="-122"/>
                <a:cs typeface="Calibri" pitchFamily="34" charset="-120"/>
              </a:rPr>
              <a:t>BG_SIGMA</a:t>
            </a:r>
            <a:r>
              <a:rPr lang="en-US" sz="1000" dirty="0">
                <a:solidFill>
                  <a:srgbClr val="0A2342"/>
                </a:solidFill>
                <a:latin typeface="Calibri" pitchFamily="34" charset="0"/>
                <a:ea typeface="Calibri" pitchFamily="34" charset="-122"/>
                <a:cs typeface="Calibri" pitchFamily="34" charset="-120"/>
              </a:rPr>
              <a:t>  =  cell radius × 6  (background &gt;&gt; cell scale)</a:t>
            </a:r>
            <a:endParaRPr lang="en-US" sz="1000" dirty="0"/>
          </a:p>
        </p:txBody>
      </p:sp>
    </p:spTree>
    <p:extLst>
      <p:ext uri="{BB962C8B-B14F-4D97-AF65-F5344CB8AC3E}">
        <p14:creationId xmlns:p14="http://schemas.microsoft.com/office/powerpoint/2010/main" val="2456571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Content Placeholder 140">
            <a:extLst>
              <a:ext uri="{FF2B5EF4-FFF2-40B4-BE49-F238E27FC236}">
                <a16:creationId xmlns:a16="http://schemas.microsoft.com/office/drawing/2014/main" id="{A2D1ACFF-1D26-7B32-D52C-46D368BBB0D6}"/>
              </a:ext>
            </a:extLst>
          </p:cNvPr>
          <p:cNvSpPr>
            <a:spLocks noGrp="1"/>
          </p:cNvSpPr>
          <p:nvPr>
            <p:ph sz="quarter" idx="15"/>
          </p:nvPr>
        </p:nvSpPr>
        <p:spPr/>
        <p:txBody>
          <a:bodyPr/>
          <a:lstStyle/>
          <a:p>
            <a:endParaRPr lang="en-US" dirty="0"/>
          </a:p>
        </p:txBody>
      </p:sp>
      <p:sp>
        <p:nvSpPr>
          <p:cNvPr id="2" name="Title 1">
            <a:extLst>
              <a:ext uri="{FF2B5EF4-FFF2-40B4-BE49-F238E27FC236}">
                <a16:creationId xmlns:a16="http://schemas.microsoft.com/office/drawing/2014/main" id="{574A3AF2-EC4A-D0D0-CECB-67AC37D995D6}"/>
              </a:ext>
            </a:extLst>
          </p:cNvPr>
          <p:cNvSpPr>
            <a:spLocks noGrp="1"/>
          </p:cNvSpPr>
          <p:nvPr>
            <p:ph type="title"/>
          </p:nvPr>
        </p:nvSpPr>
        <p:spPr/>
        <p:txBody>
          <a:bodyPr/>
          <a:lstStyle/>
          <a:p>
            <a:r>
              <a:rPr lang="en-US" dirty="0"/>
              <a:t>Spectral Anomaly Score</a:t>
            </a:r>
          </a:p>
        </p:txBody>
      </p:sp>
      <p:sp>
        <p:nvSpPr>
          <p:cNvPr id="3" name="Slide Number Placeholder 2">
            <a:extLst>
              <a:ext uri="{FF2B5EF4-FFF2-40B4-BE49-F238E27FC236}">
                <a16:creationId xmlns:a16="http://schemas.microsoft.com/office/drawing/2014/main" id="{7802645E-5C28-D295-F5C9-36291593B92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sp>
        <p:nvSpPr>
          <p:cNvPr id="7" name="Content Placeholder 6">
            <a:extLst>
              <a:ext uri="{FF2B5EF4-FFF2-40B4-BE49-F238E27FC236}">
                <a16:creationId xmlns:a16="http://schemas.microsoft.com/office/drawing/2014/main" id="{4FB5E43C-9201-A455-7547-2B4776F28CDE}"/>
              </a:ext>
            </a:extLst>
          </p:cNvPr>
          <p:cNvSpPr>
            <a:spLocks noGrp="1"/>
          </p:cNvSpPr>
          <p:nvPr>
            <p:ph sz="quarter" idx="13"/>
          </p:nvPr>
        </p:nvSpPr>
        <p:spPr/>
        <p:txBody>
          <a:bodyPr/>
          <a:lstStyle/>
          <a:p>
            <a:r>
              <a:rPr lang="en-US" dirty="0"/>
              <a:t>Core Idea</a:t>
            </a:r>
          </a:p>
          <a:p>
            <a:endParaRPr lang="en-US" dirty="0"/>
          </a:p>
          <a:p>
            <a:pPr marL="171450" indent="-171450">
              <a:buFont typeface="Arial" panose="020B0604020202020204" pitchFamily="34" charset="0"/>
              <a:buChar char="•"/>
            </a:pPr>
            <a:r>
              <a:rPr lang="en-US" dirty="0"/>
              <a:t>Cell's activity has a characteristic temporal frequency signature — it oscillates or responds at specific frequencies that differ from the surrounding background tissue.</a:t>
            </a:r>
          </a:p>
          <a:p>
            <a:pPr marL="171450" indent="-171450">
              <a:buFont typeface="Arial" panose="020B0604020202020204" pitchFamily="34" charset="0"/>
              <a:buChar char="•"/>
            </a:pPr>
            <a:r>
              <a:rPr lang="en-US" dirty="0"/>
              <a:t>Exploit by computing each pixel's power spectrum and asking: does this pixel's spectral shape look anomalous relative to what we'd expect from a patch of background at the same location in the field of view?</a:t>
            </a:r>
          </a:p>
          <a:p>
            <a:pPr marL="171450" indent="-171450">
              <a:buFont typeface="Arial" panose="020B0604020202020204" pitchFamily="34" charset="0"/>
              <a:buChar char="•"/>
            </a:pPr>
            <a:r>
              <a:rPr lang="en-US" dirty="0"/>
              <a:t>Pixels whose frequency content stands out from their local spatial context are flagged as candidates.</a:t>
            </a:r>
          </a:p>
        </p:txBody>
      </p:sp>
      <p:sp>
        <p:nvSpPr>
          <p:cNvPr id="8" name="Text Placeholder 7">
            <a:extLst>
              <a:ext uri="{FF2B5EF4-FFF2-40B4-BE49-F238E27FC236}">
                <a16:creationId xmlns:a16="http://schemas.microsoft.com/office/drawing/2014/main" id="{B3D4BA3B-DB34-1FD5-9DD6-42E82E3739BF}"/>
              </a:ext>
            </a:extLst>
          </p:cNvPr>
          <p:cNvSpPr>
            <a:spLocks noGrp="1"/>
          </p:cNvSpPr>
          <p:nvPr>
            <p:ph type="body" sz="quarter" idx="16"/>
          </p:nvPr>
        </p:nvSpPr>
        <p:spPr/>
        <p:txBody>
          <a:bodyPr/>
          <a:lstStyle/>
          <a:p>
            <a:r>
              <a:rPr lang="en-US" dirty="0"/>
              <a:t>Stage 3</a:t>
            </a:r>
          </a:p>
        </p:txBody>
      </p:sp>
      <p:grpSp>
        <p:nvGrpSpPr>
          <p:cNvPr id="114" name="Group 113">
            <a:extLst>
              <a:ext uri="{FF2B5EF4-FFF2-40B4-BE49-F238E27FC236}">
                <a16:creationId xmlns:a16="http://schemas.microsoft.com/office/drawing/2014/main" id="{DD408C51-87CC-D2E8-9EF9-0854FD9AA84B}"/>
              </a:ext>
            </a:extLst>
          </p:cNvPr>
          <p:cNvGrpSpPr/>
          <p:nvPr/>
        </p:nvGrpSpPr>
        <p:grpSpPr>
          <a:xfrm>
            <a:off x="4841868" y="1053606"/>
            <a:ext cx="4077346" cy="3419856"/>
            <a:chOff x="4841868" y="1053606"/>
            <a:chExt cx="4077346" cy="3419856"/>
          </a:xfrm>
        </p:grpSpPr>
        <p:sp>
          <p:nvSpPr>
            <p:cNvPr id="85" name="Shape 2">
              <a:extLst>
                <a:ext uri="{FF2B5EF4-FFF2-40B4-BE49-F238E27FC236}">
                  <a16:creationId xmlns:a16="http://schemas.microsoft.com/office/drawing/2014/main" id="{5186DEB4-FA82-C79C-FC40-FCBF7507CAC0}"/>
                </a:ext>
              </a:extLst>
            </p:cNvPr>
            <p:cNvSpPr/>
            <p:nvPr/>
          </p:nvSpPr>
          <p:spPr>
            <a:xfrm>
              <a:off x="5024748" y="1583958"/>
              <a:ext cx="0" cy="201168"/>
            </a:xfrm>
            <a:prstGeom prst="line">
              <a:avLst/>
            </a:prstGeom>
            <a:noFill/>
            <a:ln w="25400">
              <a:solidFill>
                <a:srgbClr val="14BDAC"/>
              </a:solidFill>
              <a:prstDash val="solid"/>
            </a:ln>
          </p:spPr>
          <p:txBody>
            <a:bodyPr/>
            <a:lstStyle/>
            <a:p>
              <a:endParaRPr lang="en-US"/>
            </a:p>
          </p:txBody>
        </p:sp>
        <p:sp>
          <p:nvSpPr>
            <p:cNvPr id="86" name="Shape 3">
              <a:extLst>
                <a:ext uri="{FF2B5EF4-FFF2-40B4-BE49-F238E27FC236}">
                  <a16:creationId xmlns:a16="http://schemas.microsoft.com/office/drawing/2014/main" id="{64AEA5DB-9216-E4D0-0D28-8047309A5CB8}"/>
                </a:ext>
              </a:extLst>
            </p:cNvPr>
            <p:cNvSpPr/>
            <p:nvPr/>
          </p:nvSpPr>
          <p:spPr>
            <a:xfrm>
              <a:off x="4841868" y="1053606"/>
              <a:ext cx="365760" cy="365760"/>
            </a:xfrm>
            <a:prstGeom prst="ellipse">
              <a:avLst/>
            </a:prstGeom>
            <a:solidFill>
              <a:srgbClr val="0D7377"/>
            </a:solidFill>
            <a:ln w="12700">
              <a:solidFill>
                <a:srgbClr val="0D7377"/>
              </a:solidFill>
              <a:prstDash val="solid"/>
            </a:ln>
          </p:spPr>
          <p:txBody>
            <a:bodyPr/>
            <a:lstStyle/>
            <a:p>
              <a:endParaRPr lang="en-US"/>
            </a:p>
          </p:txBody>
        </p:sp>
        <p:sp>
          <p:nvSpPr>
            <p:cNvPr id="87" name="Text 4">
              <a:extLst>
                <a:ext uri="{FF2B5EF4-FFF2-40B4-BE49-F238E27FC236}">
                  <a16:creationId xmlns:a16="http://schemas.microsoft.com/office/drawing/2014/main" id="{C51C6441-E3D0-C4E4-1A80-6159AAEE3904}"/>
                </a:ext>
              </a:extLst>
            </p:cNvPr>
            <p:cNvSpPr/>
            <p:nvPr/>
          </p:nvSpPr>
          <p:spPr>
            <a:xfrm>
              <a:off x="4841868" y="1053606"/>
              <a:ext cx="365760"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rPr>
                <a:t>1</a:t>
              </a:r>
              <a:endParaRPr lang="en-US" sz="1200" dirty="0"/>
            </a:p>
          </p:txBody>
        </p:sp>
        <p:sp>
          <p:nvSpPr>
            <p:cNvPr id="88" name="Text 5">
              <a:extLst>
                <a:ext uri="{FF2B5EF4-FFF2-40B4-BE49-F238E27FC236}">
                  <a16:creationId xmlns:a16="http://schemas.microsoft.com/office/drawing/2014/main" id="{542D22F5-3701-605D-68DC-D32EC86114B2}"/>
                </a:ext>
              </a:extLst>
            </p:cNvPr>
            <p:cNvSpPr/>
            <p:nvPr/>
          </p:nvSpPr>
          <p:spPr>
            <a:xfrm>
              <a:off x="5344788" y="1053606"/>
              <a:ext cx="365760"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dirty="0">
                  <a:solidFill>
                    <a:srgbClr val="0A2342"/>
                  </a:solidFill>
                  <a:latin typeface="Trebuchet MS" pitchFamily="34" charset="0"/>
                  <a:ea typeface="Trebuchet MS" pitchFamily="34" charset="-122"/>
                  <a:cs typeface="Trebuchet MS" pitchFamily="34" charset="-120"/>
                </a:rPr>
                <a:t>FFT</a:t>
              </a:r>
              <a:endParaRPr lang="en-US" sz="1200" dirty="0"/>
            </a:p>
          </p:txBody>
        </p:sp>
        <p:sp>
          <p:nvSpPr>
            <p:cNvPr id="89" name="Text 6">
              <a:extLst>
                <a:ext uri="{FF2B5EF4-FFF2-40B4-BE49-F238E27FC236}">
                  <a16:creationId xmlns:a16="http://schemas.microsoft.com/office/drawing/2014/main" id="{B85D4AE9-C31E-E712-5D93-14F37B18F7C6}"/>
                </a:ext>
              </a:extLst>
            </p:cNvPr>
            <p:cNvSpPr/>
            <p:nvPr/>
          </p:nvSpPr>
          <p:spPr>
            <a:xfrm>
              <a:off x="6467583" y="1053606"/>
              <a:ext cx="2451631" cy="3840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dirty="0">
                  <a:solidFill>
                    <a:srgbClr val="64748B"/>
                  </a:solidFill>
                  <a:latin typeface="Calibri" pitchFamily="34" charset="0"/>
                  <a:ea typeface="Calibri" pitchFamily="34" charset="-122"/>
                  <a:cs typeface="Calibri" pitchFamily="34" charset="-120"/>
                </a:rPr>
                <a:t>Compute single-sided power spectrum along the time axis for every pixel</a:t>
              </a:r>
              <a:endParaRPr lang="en-US" sz="1100" dirty="0"/>
            </a:p>
          </p:txBody>
        </p:sp>
        <p:sp>
          <p:nvSpPr>
            <p:cNvPr id="90" name="Shape 7">
              <a:extLst>
                <a:ext uri="{FF2B5EF4-FFF2-40B4-BE49-F238E27FC236}">
                  <a16:creationId xmlns:a16="http://schemas.microsoft.com/office/drawing/2014/main" id="{E5A37890-120F-3A92-4389-BDF7D50F1E11}"/>
                </a:ext>
              </a:extLst>
            </p:cNvPr>
            <p:cNvSpPr/>
            <p:nvPr/>
          </p:nvSpPr>
          <p:spPr>
            <a:xfrm>
              <a:off x="5024748" y="2342910"/>
              <a:ext cx="0" cy="201168"/>
            </a:xfrm>
            <a:prstGeom prst="line">
              <a:avLst/>
            </a:prstGeom>
            <a:noFill/>
            <a:ln w="25400">
              <a:solidFill>
                <a:srgbClr val="14BDAC"/>
              </a:solidFill>
              <a:prstDash val="solid"/>
            </a:ln>
          </p:spPr>
          <p:txBody>
            <a:bodyPr/>
            <a:lstStyle/>
            <a:p>
              <a:endParaRPr lang="en-US"/>
            </a:p>
          </p:txBody>
        </p:sp>
        <p:sp>
          <p:nvSpPr>
            <p:cNvPr id="91" name="Shape 8">
              <a:extLst>
                <a:ext uri="{FF2B5EF4-FFF2-40B4-BE49-F238E27FC236}">
                  <a16:creationId xmlns:a16="http://schemas.microsoft.com/office/drawing/2014/main" id="{EA10F1DA-75F1-5093-E596-479FE8CED987}"/>
                </a:ext>
              </a:extLst>
            </p:cNvPr>
            <p:cNvSpPr/>
            <p:nvPr/>
          </p:nvSpPr>
          <p:spPr>
            <a:xfrm>
              <a:off x="4841868" y="1812558"/>
              <a:ext cx="365760" cy="365760"/>
            </a:xfrm>
            <a:prstGeom prst="ellipse">
              <a:avLst/>
            </a:prstGeom>
            <a:solidFill>
              <a:srgbClr val="0D7377"/>
            </a:solidFill>
            <a:ln w="12700">
              <a:solidFill>
                <a:srgbClr val="0D7377"/>
              </a:solidFill>
              <a:prstDash val="solid"/>
            </a:ln>
          </p:spPr>
          <p:txBody>
            <a:bodyPr/>
            <a:lstStyle/>
            <a:p>
              <a:endParaRPr lang="en-US"/>
            </a:p>
          </p:txBody>
        </p:sp>
        <p:sp>
          <p:nvSpPr>
            <p:cNvPr id="92" name="Text 9">
              <a:extLst>
                <a:ext uri="{FF2B5EF4-FFF2-40B4-BE49-F238E27FC236}">
                  <a16:creationId xmlns:a16="http://schemas.microsoft.com/office/drawing/2014/main" id="{06C0BD16-99FF-FFEB-119C-3D52243E13B5}"/>
                </a:ext>
              </a:extLst>
            </p:cNvPr>
            <p:cNvSpPr/>
            <p:nvPr/>
          </p:nvSpPr>
          <p:spPr>
            <a:xfrm>
              <a:off x="4841868" y="1812558"/>
              <a:ext cx="365760"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rPr>
                <a:t>2</a:t>
              </a:r>
              <a:endParaRPr lang="en-US" sz="1200" dirty="0"/>
            </a:p>
          </p:txBody>
        </p:sp>
        <p:sp>
          <p:nvSpPr>
            <p:cNvPr id="93" name="Text 10">
              <a:extLst>
                <a:ext uri="{FF2B5EF4-FFF2-40B4-BE49-F238E27FC236}">
                  <a16:creationId xmlns:a16="http://schemas.microsoft.com/office/drawing/2014/main" id="{9FDD06A6-6FEC-E378-1947-00663F7FDED4}"/>
                </a:ext>
              </a:extLst>
            </p:cNvPr>
            <p:cNvSpPr/>
            <p:nvPr/>
          </p:nvSpPr>
          <p:spPr>
            <a:xfrm>
              <a:off x="5344788" y="1812558"/>
              <a:ext cx="737513"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dirty="0">
                  <a:solidFill>
                    <a:srgbClr val="0A2342"/>
                  </a:solidFill>
                  <a:latin typeface="Trebuchet MS" pitchFamily="34" charset="0"/>
                  <a:ea typeface="Trebuchet MS" pitchFamily="34" charset="-122"/>
                  <a:cs typeface="Trebuchet MS" pitchFamily="34" charset="-120"/>
                </a:rPr>
                <a:t>Normalize</a:t>
              </a:r>
              <a:endParaRPr lang="en-US" sz="1200" dirty="0"/>
            </a:p>
          </p:txBody>
        </p:sp>
        <p:sp>
          <p:nvSpPr>
            <p:cNvPr id="94" name="Text 11">
              <a:extLst>
                <a:ext uri="{FF2B5EF4-FFF2-40B4-BE49-F238E27FC236}">
                  <a16:creationId xmlns:a16="http://schemas.microsoft.com/office/drawing/2014/main" id="{04CAACD0-3A31-CCBE-C0D4-4B34F3735A0A}"/>
                </a:ext>
              </a:extLst>
            </p:cNvPr>
            <p:cNvSpPr/>
            <p:nvPr/>
          </p:nvSpPr>
          <p:spPr>
            <a:xfrm>
              <a:off x="6488132" y="1812558"/>
              <a:ext cx="2296984" cy="3840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dirty="0">
                  <a:solidFill>
                    <a:srgbClr val="64748B"/>
                  </a:solidFill>
                  <a:latin typeface="Calibri" pitchFamily="34" charset="0"/>
                  <a:ea typeface="Calibri" pitchFamily="34" charset="-122"/>
                  <a:cs typeface="Calibri" pitchFamily="34" charset="-120"/>
                </a:rPr>
                <a:t>Divide each pixel's spectrum by its total power → brightness-invariant shape</a:t>
              </a:r>
              <a:endParaRPr lang="en-US" sz="1100" dirty="0"/>
            </a:p>
          </p:txBody>
        </p:sp>
        <p:sp>
          <p:nvSpPr>
            <p:cNvPr id="95" name="Shape 12">
              <a:extLst>
                <a:ext uri="{FF2B5EF4-FFF2-40B4-BE49-F238E27FC236}">
                  <a16:creationId xmlns:a16="http://schemas.microsoft.com/office/drawing/2014/main" id="{D4206AEA-0184-ECB4-424E-1E5C3BFB3F88}"/>
                </a:ext>
              </a:extLst>
            </p:cNvPr>
            <p:cNvSpPr/>
            <p:nvPr/>
          </p:nvSpPr>
          <p:spPr>
            <a:xfrm>
              <a:off x="5024748" y="3101862"/>
              <a:ext cx="0" cy="201168"/>
            </a:xfrm>
            <a:prstGeom prst="line">
              <a:avLst/>
            </a:prstGeom>
            <a:noFill/>
            <a:ln w="25400">
              <a:solidFill>
                <a:srgbClr val="14BDAC"/>
              </a:solidFill>
              <a:prstDash val="solid"/>
            </a:ln>
          </p:spPr>
          <p:txBody>
            <a:bodyPr/>
            <a:lstStyle/>
            <a:p>
              <a:endParaRPr lang="en-US"/>
            </a:p>
          </p:txBody>
        </p:sp>
        <p:sp>
          <p:nvSpPr>
            <p:cNvPr id="96" name="Shape 13">
              <a:extLst>
                <a:ext uri="{FF2B5EF4-FFF2-40B4-BE49-F238E27FC236}">
                  <a16:creationId xmlns:a16="http://schemas.microsoft.com/office/drawing/2014/main" id="{291A1818-A2F2-8268-42AA-56799FEDDE47}"/>
                </a:ext>
              </a:extLst>
            </p:cNvPr>
            <p:cNvSpPr/>
            <p:nvPr/>
          </p:nvSpPr>
          <p:spPr>
            <a:xfrm>
              <a:off x="4841868" y="2571510"/>
              <a:ext cx="365760" cy="365760"/>
            </a:xfrm>
            <a:prstGeom prst="ellipse">
              <a:avLst/>
            </a:prstGeom>
            <a:solidFill>
              <a:srgbClr val="0D7377"/>
            </a:solidFill>
            <a:ln w="12700">
              <a:solidFill>
                <a:srgbClr val="0D7377"/>
              </a:solidFill>
              <a:prstDash val="solid"/>
            </a:ln>
          </p:spPr>
          <p:txBody>
            <a:bodyPr/>
            <a:lstStyle/>
            <a:p>
              <a:endParaRPr lang="en-US"/>
            </a:p>
          </p:txBody>
        </p:sp>
        <p:sp>
          <p:nvSpPr>
            <p:cNvPr id="97" name="Text 14">
              <a:extLst>
                <a:ext uri="{FF2B5EF4-FFF2-40B4-BE49-F238E27FC236}">
                  <a16:creationId xmlns:a16="http://schemas.microsoft.com/office/drawing/2014/main" id="{0D309853-6E4F-39EF-A7BB-8BBBFB04DD69}"/>
                </a:ext>
              </a:extLst>
            </p:cNvPr>
            <p:cNvSpPr/>
            <p:nvPr/>
          </p:nvSpPr>
          <p:spPr>
            <a:xfrm>
              <a:off x="4841868" y="2571510"/>
              <a:ext cx="365760"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rPr>
                <a:t>3</a:t>
              </a:r>
              <a:endParaRPr lang="en-US" sz="1200" dirty="0"/>
            </a:p>
          </p:txBody>
        </p:sp>
        <p:sp>
          <p:nvSpPr>
            <p:cNvPr id="98" name="Text 15">
              <a:extLst>
                <a:ext uri="{FF2B5EF4-FFF2-40B4-BE49-F238E27FC236}">
                  <a16:creationId xmlns:a16="http://schemas.microsoft.com/office/drawing/2014/main" id="{3FA287C6-C3EF-D801-52D6-3D61F7B54306}"/>
                </a:ext>
              </a:extLst>
            </p:cNvPr>
            <p:cNvSpPr/>
            <p:nvPr/>
          </p:nvSpPr>
          <p:spPr>
            <a:xfrm>
              <a:off x="5344788" y="2571510"/>
              <a:ext cx="1371600"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dirty="0">
                  <a:solidFill>
                    <a:srgbClr val="0A2342"/>
                  </a:solidFill>
                  <a:latin typeface="Trebuchet MS" pitchFamily="34" charset="0"/>
                  <a:ea typeface="Trebuchet MS" pitchFamily="34" charset="-122"/>
                  <a:cs typeface="Trebuchet MS" pitchFamily="34" charset="-120"/>
                </a:rPr>
                <a:t>Background</a:t>
              </a:r>
              <a:endParaRPr lang="en-US" sz="1200" dirty="0"/>
            </a:p>
          </p:txBody>
        </p:sp>
        <p:sp>
          <p:nvSpPr>
            <p:cNvPr id="99" name="Text 16">
              <a:extLst>
                <a:ext uri="{FF2B5EF4-FFF2-40B4-BE49-F238E27FC236}">
                  <a16:creationId xmlns:a16="http://schemas.microsoft.com/office/drawing/2014/main" id="{1F7C46C6-D7F8-CE70-C587-EF8151B37B7F}"/>
                </a:ext>
              </a:extLst>
            </p:cNvPr>
            <p:cNvSpPr/>
            <p:nvPr/>
          </p:nvSpPr>
          <p:spPr>
            <a:xfrm>
              <a:off x="6467583" y="2571510"/>
              <a:ext cx="2317533" cy="3840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dirty="0">
                  <a:solidFill>
                    <a:srgbClr val="64748B"/>
                  </a:solidFill>
                  <a:latin typeface="Calibri" pitchFamily="34" charset="0"/>
                  <a:ea typeface="Calibri" pitchFamily="34" charset="-122"/>
                  <a:cs typeface="Calibri" pitchFamily="34" charset="-120"/>
                </a:rPr>
                <a:t>Downsample → large Gaussian blur → upsample back to estimate the slowly-varying spatial spectral background</a:t>
              </a:r>
              <a:endParaRPr lang="en-US" sz="1100" dirty="0"/>
            </a:p>
          </p:txBody>
        </p:sp>
        <p:sp>
          <p:nvSpPr>
            <p:cNvPr id="100" name="Shape 17">
              <a:extLst>
                <a:ext uri="{FF2B5EF4-FFF2-40B4-BE49-F238E27FC236}">
                  <a16:creationId xmlns:a16="http://schemas.microsoft.com/office/drawing/2014/main" id="{F9FE1CE0-3942-7DDB-5625-344EDDB12D99}"/>
                </a:ext>
              </a:extLst>
            </p:cNvPr>
            <p:cNvSpPr/>
            <p:nvPr/>
          </p:nvSpPr>
          <p:spPr>
            <a:xfrm>
              <a:off x="5024748" y="3860814"/>
              <a:ext cx="0" cy="201168"/>
            </a:xfrm>
            <a:prstGeom prst="line">
              <a:avLst/>
            </a:prstGeom>
            <a:noFill/>
            <a:ln w="25400">
              <a:solidFill>
                <a:srgbClr val="14BDAC"/>
              </a:solidFill>
              <a:prstDash val="solid"/>
            </a:ln>
          </p:spPr>
          <p:txBody>
            <a:bodyPr/>
            <a:lstStyle/>
            <a:p>
              <a:endParaRPr lang="en-US"/>
            </a:p>
          </p:txBody>
        </p:sp>
        <p:sp>
          <p:nvSpPr>
            <p:cNvPr id="101" name="Shape 18">
              <a:extLst>
                <a:ext uri="{FF2B5EF4-FFF2-40B4-BE49-F238E27FC236}">
                  <a16:creationId xmlns:a16="http://schemas.microsoft.com/office/drawing/2014/main" id="{E73F0319-0D32-E157-5B49-A8AEA7E5D4AA}"/>
                </a:ext>
              </a:extLst>
            </p:cNvPr>
            <p:cNvSpPr/>
            <p:nvPr/>
          </p:nvSpPr>
          <p:spPr>
            <a:xfrm>
              <a:off x="4841868" y="3330462"/>
              <a:ext cx="365760" cy="365760"/>
            </a:xfrm>
            <a:prstGeom prst="ellipse">
              <a:avLst/>
            </a:prstGeom>
            <a:solidFill>
              <a:srgbClr val="0D7377"/>
            </a:solidFill>
            <a:ln w="12700">
              <a:solidFill>
                <a:srgbClr val="0D7377"/>
              </a:solidFill>
              <a:prstDash val="solid"/>
            </a:ln>
          </p:spPr>
          <p:txBody>
            <a:bodyPr/>
            <a:lstStyle/>
            <a:p>
              <a:endParaRPr lang="en-US"/>
            </a:p>
          </p:txBody>
        </p:sp>
        <p:sp>
          <p:nvSpPr>
            <p:cNvPr id="102" name="Text 19">
              <a:extLst>
                <a:ext uri="{FF2B5EF4-FFF2-40B4-BE49-F238E27FC236}">
                  <a16:creationId xmlns:a16="http://schemas.microsoft.com/office/drawing/2014/main" id="{821BBFB2-9170-99D5-3191-62BB9EA6FA6A}"/>
                </a:ext>
              </a:extLst>
            </p:cNvPr>
            <p:cNvSpPr/>
            <p:nvPr/>
          </p:nvSpPr>
          <p:spPr>
            <a:xfrm>
              <a:off x="4841868" y="3330462"/>
              <a:ext cx="365760"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rPr>
                <a:t>4</a:t>
              </a:r>
              <a:endParaRPr lang="en-US" sz="1200" dirty="0"/>
            </a:p>
          </p:txBody>
        </p:sp>
        <p:sp>
          <p:nvSpPr>
            <p:cNvPr id="103" name="Text 20">
              <a:extLst>
                <a:ext uri="{FF2B5EF4-FFF2-40B4-BE49-F238E27FC236}">
                  <a16:creationId xmlns:a16="http://schemas.microsoft.com/office/drawing/2014/main" id="{B7045FA1-1F0D-AFEB-2FD6-243C8D76613A}"/>
                </a:ext>
              </a:extLst>
            </p:cNvPr>
            <p:cNvSpPr/>
            <p:nvPr/>
          </p:nvSpPr>
          <p:spPr>
            <a:xfrm>
              <a:off x="5344788" y="3330462"/>
              <a:ext cx="1371600"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dirty="0">
                  <a:solidFill>
                    <a:srgbClr val="0A2342"/>
                  </a:solidFill>
                  <a:latin typeface="Trebuchet MS" pitchFamily="34" charset="0"/>
                  <a:ea typeface="Trebuchet MS" pitchFamily="34" charset="-122"/>
                  <a:cs typeface="Trebuchet MS" pitchFamily="34" charset="-120"/>
                </a:rPr>
                <a:t>Residual Z</a:t>
              </a:r>
              <a:endParaRPr lang="en-US" sz="1200" dirty="0"/>
            </a:p>
          </p:txBody>
        </p:sp>
        <p:sp>
          <p:nvSpPr>
            <p:cNvPr id="104" name="Text 21">
              <a:extLst>
                <a:ext uri="{FF2B5EF4-FFF2-40B4-BE49-F238E27FC236}">
                  <a16:creationId xmlns:a16="http://schemas.microsoft.com/office/drawing/2014/main" id="{D863BAEF-8781-6CD2-C45C-CA2A11C339EC}"/>
                </a:ext>
              </a:extLst>
            </p:cNvPr>
            <p:cNvSpPr/>
            <p:nvPr/>
          </p:nvSpPr>
          <p:spPr>
            <a:xfrm>
              <a:off x="6467583" y="3330462"/>
              <a:ext cx="2248327" cy="3840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dirty="0">
                  <a:solidFill>
                    <a:srgbClr val="64748B"/>
                  </a:solidFill>
                  <a:latin typeface="Calibri" pitchFamily="34" charset="0"/>
                  <a:ea typeface="Calibri" pitchFamily="34" charset="-122"/>
                  <a:cs typeface="Calibri" pitchFamily="34" charset="-120"/>
                </a:rPr>
                <a:t>Subtract background spectrum; divide by IQR-based robust sigma per bin → z-score per frequency per pixel</a:t>
              </a:r>
              <a:endParaRPr lang="en-US" sz="1100" dirty="0"/>
            </a:p>
          </p:txBody>
        </p:sp>
        <p:sp>
          <p:nvSpPr>
            <p:cNvPr id="105" name="Shape 22">
              <a:extLst>
                <a:ext uri="{FF2B5EF4-FFF2-40B4-BE49-F238E27FC236}">
                  <a16:creationId xmlns:a16="http://schemas.microsoft.com/office/drawing/2014/main" id="{5DA6BD4C-DB32-A9B6-42F7-3930C866A0A9}"/>
                </a:ext>
              </a:extLst>
            </p:cNvPr>
            <p:cNvSpPr/>
            <p:nvPr/>
          </p:nvSpPr>
          <p:spPr>
            <a:xfrm>
              <a:off x="4841868" y="4089414"/>
              <a:ext cx="365760" cy="365760"/>
            </a:xfrm>
            <a:prstGeom prst="ellipse">
              <a:avLst/>
            </a:prstGeom>
            <a:solidFill>
              <a:srgbClr val="0D7377"/>
            </a:solidFill>
            <a:ln w="12700">
              <a:solidFill>
                <a:srgbClr val="0D7377"/>
              </a:solidFill>
              <a:prstDash val="solid"/>
            </a:ln>
          </p:spPr>
          <p:txBody>
            <a:bodyPr/>
            <a:lstStyle/>
            <a:p>
              <a:endParaRPr lang="en-US"/>
            </a:p>
          </p:txBody>
        </p:sp>
        <p:sp>
          <p:nvSpPr>
            <p:cNvPr id="106" name="Text 23">
              <a:extLst>
                <a:ext uri="{FF2B5EF4-FFF2-40B4-BE49-F238E27FC236}">
                  <a16:creationId xmlns:a16="http://schemas.microsoft.com/office/drawing/2014/main" id="{A86FC1F6-A0CF-2837-E9D3-26BB620765A9}"/>
                </a:ext>
              </a:extLst>
            </p:cNvPr>
            <p:cNvSpPr/>
            <p:nvPr/>
          </p:nvSpPr>
          <p:spPr>
            <a:xfrm>
              <a:off x="4841868" y="4089414"/>
              <a:ext cx="365760"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rPr>
                <a:t>5</a:t>
              </a:r>
              <a:endParaRPr lang="en-US" sz="1200" dirty="0"/>
            </a:p>
          </p:txBody>
        </p:sp>
        <p:sp>
          <p:nvSpPr>
            <p:cNvPr id="107" name="Text 24">
              <a:extLst>
                <a:ext uri="{FF2B5EF4-FFF2-40B4-BE49-F238E27FC236}">
                  <a16:creationId xmlns:a16="http://schemas.microsoft.com/office/drawing/2014/main" id="{FAEAD313-3C65-8A9A-EE4A-280373E35A00}"/>
                </a:ext>
              </a:extLst>
            </p:cNvPr>
            <p:cNvSpPr/>
            <p:nvPr/>
          </p:nvSpPr>
          <p:spPr>
            <a:xfrm>
              <a:off x="5344788" y="4089414"/>
              <a:ext cx="1371600"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dirty="0">
                  <a:solidFill>
                    <a:srgbClr val="0A2342"/>
                  </a:solidFill>
                  <a:latin typeface="Trebuchet MS" pitchFamily="34" charset="0"/>
                  <a:ea typeface="Trebuchet MS" pitchFamily="34" charset="-122"/>
                  <a:cs typeface="Trebuchet MS" pitchFamily="34" charset="-120"/>
                </a:rPr>
                <a:t>Wilson-Hilferty</a:t>
              </a:r>
              <a:endParaRPr lang="en-US" sz="1200" dirty="0"/>
            </a:p>
          </p:txBody>
        </p:sp>
        <p:sp>
          <p:nvSpPr>
            <p:cNvPr id="108" name="Text 25">
              <a:extLst>
                <a:ext uri="{FF2B5EF4-FFF2-40B4-BE49-F238E27FC236}">
                  <a16:creationId xmlns:a16="http://schemas.microsoft.com/office/drawing/2014/main" id="{671910A3-130F-CE87-C322-A5411A5EF682}"/>
                </a:ext>
              </a:extLst>
            </p:cNvPr>
            <p:cNvSpPr/>
            <p:nvPr/>
          </p:nvSpPr>
          <p:spPr>
            <a:xfrm>
              <a:off x="6488132" y="4089414"/>
              <a:ext cx="2296984" cy="3840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dirty="0">
                  <a:solidFill>
                    <a:srgbClr val="64748B"/>
                  </a:solidFill>
                  <a:latin typeface="Calibri" pitchFamily="34" charset="0"/>
                  <a:ea typeface="Calibri" pitchFamily="34" charset="-122"/>
                  <a:cs typeface="Calibri" pitchFamily="34" charset="-120"/>
                </a:rPr>
                <a:t>Sum z² across bins (chi-squared); apply cube-root transform to get a single well-scaled N(0,1) score per pixel</a:t>
              </a:r>
              <a:endParaRPr lang="en-US" sz="1100" dirty="0"/>
            </a:p>
          </p:txBody>
        </p:sp>
      </p:grpSp>
    </p:spTree>
    <p:extLst>
      <p:ext uri="{BB962C8B-B14F-4D97-AF65-F5344CB8AC3E}">
        <p14:creationId xmlns:p14="http://schemas.microsoft.com/office/powerpoint/2010/main" val="1692432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A3755-07E8-7210-6A82-D59E41BB8B44}"/>
              </a:ext>
            </a:extLst>
          </p:cNvPr>
          <p:cNvSpPr>
            <a:spLocks noGrp="1"/>
          </p:cNvSpPr>
          <p:nvPr>
            <p:ph type="title"/>
          </p:nvPr>
        </p:nvSpPr>
        <p:spPr/>
        <p:txBody>
          <a:bodyPr/>
          <a:lstStyle/>
          <a:p>
            <a:r>
              <a:rPr lang="en-US" b="1" dirty="0">
                <a:solidFill>
                  <a:srgbClr val="0A2342"/>
                </a:solidFill>
                <a:latin typeface="Trebuchet MS" pitchFamily="34" charset="0"/>
                <a:ea typeface="Trebuchet MS" pitchFamily="34" charset="-122"/>
                <a:cs typeface="Trebuchet MS" pitchFamily="34" charset="-120"/>
              </a:rPr>
              <a:t>Spatial Coherence Score</a:t>
            </a:r>
            <a:endParaRPr lang="en-US" dirty="0"/>
          </a:p>
        </p:txBody>
      </p:sp>
      <p:sp>
        <p:nvSpPr>
          <p:cNvPr id="3" name="Slide Number Placeholder 2">
            <a:extLst>
              <a:ext uri="{FF2B5EF4-FFF2-40B4-BE49-F238E27FC236}">
                <a16:creationId xmlns:a16="http://schemas.microsoft.com/office/drawing/2014/main" id="{922CE650-2DD5-DBC6-E7A1-24DAC37B77C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sp>
        <p:nvSpPr>
          <p:cNvPr id="4" name="Content Placeholder 3">
            <a:extLst>
              <a:ext uri="{FF2B5EF4-FFF2-40B4-BE49-F238E27FC236}">
                <a16:creationId xmlns:a16="http://schemas.microsoft.com/office/drawing/2014/main" id="{301208A4-3600-C8FD-8AB1-3CFA45841EB8}"/>
              </a:ext>
            </a:extLst>
          </p:cNvPr>
          <p:cNvSpPr>
            <a:spLocks noGrp="1"/>
          </p:cNvSpPr>
          <p:nvPr>
            <p:ph sz="quarter" idx="13"/>
          </p:nvPr>
        </p:nvSpPr>
        <p:spPr/>
        <p:txBody>
          <a:bodyPr/>
          <a:lstStyle/>
          <a:p>
            <a:r>
              <a:rPr lang="en-US" dirty="0"/>
              <a:t>Core Idea</a:t>
            </a:r>
          </a:p>
          <a:p>
            <a:endParaRPr lang="en-US" dirty="0"/>
          </a:p>
          <a:p>
            <a:endParaRPr lang="en-US" dirty="0"/>
          </a:p>
        </p:txBody>
      </p:sp>
      <p:sp>
        <p:nvSpPr>
          <p:cNvPr id="5" name="Content Placeholder 4">
            <a:extLst>
              <a:ext uri="{FF2B5EF4-FFF2-40B4-BE49-F238E27FC236}">
                <a16:creationId xmlns:a16="http://schemas.microsoft.com/office/drawing/2014/main" id="{4268FBA3-D5C2-3284-30AC-3D291C7B4222}"/>
              </a:ext>
            </a:extLst>
          </p:cNvPr>
          <p:cNvSpPr>
            <a:spLocks noGrp="1"/>
          </p:cNvSpPr>
          <p:nvPr>
            <p:ph sz="quarter" idx="15"/>
          </p:nvPr>
        </p:nvSpPr>
        <p:spPr/>
        <p:txBody>
          <a:bodyPr/>
          <a:lstStyle/>
          <a:p>
            <a:endParaRPr lang="en-US" dirty="0"/>
          </a:p>
        </p:txBody>
      </p:sp>
      <p:sp>
        <p:nvSpPr>
          <p:cNvPr id="6" name="Text Placeholder 5">
            <a:extLst>
              <a:ext uri="{FF2B5EF4-FFF2-40B4-BE49-F238E27FC236}">
                <a16:creationId xmlns:a16="http://schemas.microsoft.com/office/drawing/2014/main" id="{6AABBD1A-D5DC-A63B-DBC3-E22B116BC4F4}"/>
              </a:ext>
            </a:extLst>
          </p:cNvPr>
          <p:cNvSpPr>
            <a:spLocks noGrp="1"/>
          </p:cNvSpPr>
          <p:nvPr>
            <p:ph type="body" sz="quarter" idx="16"/>
          </p:nvPr>
        </p:nvSpPr>
        <p:spPr/>
        <p:txBody>
          <a:bodyPr/>
          <a:lstStyle/>
          <a:p>
            <a:r>
              <a:rPr lang="en-US" dirty="0"/>
              <a:t>Stage 4</a:t>
            </a:r>
          </a:p>
        </p:txBody>
      </p:sp>
      <p:sp>
        <p:nvSpPr>
          <p:cNvPr id="7" name="Shape 4">
            <a:extLst>
              <a:ext uri="{FF2B5EF4-FFF2-40B4-BE49-F238E27FC236}">
                <a16:creationId xmlns:a16="http://schemas.microsoft.com/office/drawing/2014/main" id="{2A0F4672-8D90-1169-3C3D-47936ADAF38E}"/>
              </a:ext>
            </a:extLst>
          </p:cNvPr>
          <p:cNvSpPr/>
          <p:nvPr/>
        </p:nvSpPr>
        <p:spPr>
          <a:xfrm>
            <a:off x="4830233" y="1056432"/>
            <a:ext cx="3886200" cy="621792"/>
          </a:xfrm>
          <a:prstGeom prst="rect">
            <a:avLst/>
          </a:prstGeom>
          <a:solidFill>
            <a:srgbClr val="FFFFFF"/>
          </a:solidFill>
          <a:ln w="12700">
            <a:solidFill>
              <a:srgbClr val="E2EBF0"/>
            </a:solidFill>
            <a:prstDash val="solid"/>
          </a:ln>
          <a:effectLst>
            <a:outerShdw blurRad="101600" dist="38100" dir="8100000" algn="bl" rotWithShape="0">
              <a:srgbClr val="000000">
                <a:alpha val="12000"/>
              </a:srgbClr>
            </a:outerShdw>
          </a:effectLst>
        </p:spPr>
        <p:txBody>
          <a:bodyPr/>
          <a:lstStyle/>
          <a:p>
            <a:endParaRPr lang="en-US"/>
          </a:p>
        </p:txBody>
      </p:sp>
      <p:sp>
        <p:nvSpPr>
          <p:cNvPr id="8" name="Shape 5">
            <a:extLst>
              <a:ext uri="{FF2B5EF4-FFF2-40B4-BE49-F238E27FC236}">
                <a16:creationId xmlns:a16="http://schemas.microsoft.com/office/drawing/2014/main" id="{908230DE-925F-A4CE-DDBD-15B96FB8E929}"/>
              </a:ext>
            </a:extLst>
          </p:cNvPr>
          <p:cNvSpPr/>
          <p:nvPr/>
        </p:nvSpPr>
        <p:spPr>
          <a:xfrm>
            <a:off x="4830233" y="1056432"/>
            <a:ext cx="54864" cy="621792"/>
          </a:xfrm>
          <a:prstGeom prst="rect">
            <a:avLst/>
          </a:prstGeom>
          <a:solidFill>
            <a:srgbClr val="0D7377"/>
          </a:solidFill>
          <a:ln w="12700">
            <a:solidFill>
              <a:srgbClr val="0D7377"/>
            </a:solidFill>
            <a:prstDash val="solid"/>
          </a:ln>
        </p:spPr>
        <p:txBody>
          <a:bodyPr/>
          <a:lstStyle/>
          <a:p>
            <a:endParaRPr lang="en-US"/>
          </a:p>
        </p:txBody>
      </p:sp>
      <p:sp>
        <p:nvSpPr>
          <p:cNvPr id="9" name="Text 6">
            <a:extLst>
              <a:ext uri="{FF2B5EF4-FFF2-40B4-BE49-F238E27FC236}">
                <a16:creationId xmlns:a16="http://schemas.microsoft.com/office/drawing/2014/main" id="{E8C9C3F3-00C2-FD2D-CAE6-B9DEFFB3F04B}"/>
              </a:ext>
            </a:extLst>
          </p:cNvPr>
          <p:cNvSpPr/>
          <p:nvPr/>
        </p:nvSpPr>
        <p:spPr>
          <a:xfrm>
            <a:off x="4967393" y="1102152"/>
            <a:ext cx="3657600" cy="2286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dirty="0">
                <a:solidFill>
                  <a:srgbClr val="0A2342"/>
                </a:solidFill>
                <a:latin typeface="Trebuchet MS" pitchFamily="34" charset="0"/>
                <a:ea typeface="Trebuchet MS" pitchFamily="34" charset="-122"/>
                <a:cs typeface="Trebuchet MS" pitchFamily="34" charset="-120"/>
              </a:rPr>
              <a:t>Block average</a:t>
            </a:r>
            <a:endParaRPr lang="en-US" sz="1100" dirty="0"/>
          </a:p>
        </p:txBody>
      </p:sp>
      <p:sp>
        <p:nvSpPr>
          <p:cNvPr id="10" name="Text 7">
            <a:extLst>
              <a:ext uri="{FF2B5EF4-FFF2-40B4-BE49-F238E27FC236}">
                <a16:creationId xmlns:a16="http://schemas.microsoft.com/office/drawing/2014/main" id="{14B64A49-167D-69DD-D7DB-6C2E462F237F}"/>
              </a:ext>
            </a:extLst>
          </p:cNvPr>
          <p:cNvSpPr/>
          <p:nvPr/>
        </p:nvSpPr>
        <p:spPr>
          <a:xfrm>
            <a:off x="4967393" y="1330752"/>
            <a:ext cx="3657600" cy="30175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950" dirty="0">
                <a:solidFill>
                  <a:srgbClr val="64748B"/>
                </a:solidFill>
                <a:latin typeface="Calibri" pitchFamily="34" charset="0"/>
                <a:ea typeface="Calibri" pitchFamily="34" charset="-122"/>
                <a:cs typeface="Calibri" pitchFamily="34" charset="-120"/>
              </a:rPr>
              <a:t>8 consecutive frames averaged → T/8 temporal samples. Coherence is spatial; full frame-rate resolution is wasted work.</a:t>
            </a:r>
            <a:endParaRPr lang="en-US" sz="950" dirty="0"/>
          </a:p>
        </p:txBody>
      </p:sp>
      <p:sp>
        <p:nvSpPr>
          <p:cNvPr id="11" name="Shape 8">
            <a:extLst>
              <a:ext uri="{FF2B5EF4-FFF2-40B4-BE49-F238E27FC236}">
                <a16:creationId xmlns:a16="http://schemas.microsoft.com/office/drawing/2014/main" id="{65F4134D-7C7A-1746-E095-280AED66A1FC}"/>
              </a:ext>
            </a:extLst>
          </p:cNvPr>
          <p:cNvSpPr/>
          <p:nvPr/>
        </p:nvSpPr>
        <p:spPr>
          <a:xfrm>
            <a:off x="4830233" y="1787952"/>
            <a:ext cx="3886200" cy="621792"/>
          </a:xfrm>
          <a:prstGeom prst="rect">
            <a:avLst/>
          </a:prstGeom>
          <a:solidFill>
            <a:srgbClr val="FFFFFF"/>
          </a:solidFill>
          <a:ln w="12700">
            <a:solidFill>
              <a:srgbClr val="E2EBF0"/>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9">
            <a:extLst>
              <a:ext uri="{FF2B5EF4-FFF2-40B4-BE49-F238E27FC236}">
                <a16:creationId xmlns:a16="http://schemas.microsoft.com/office/drawing/2014/main" id="{AC832DD2-2E8E-15FC-F14B-71D0B26F1AE1}"/>
              </a:ext>
            </a:extLst>
          </p:cNvPr>
          <p:cNvSpPr/>
          <p:nvPr/>
        </p:nvSpPr>
        <p:spPr>
          <a:xfrm>
            <a:off x="4830233" y="1787952"/>
            <a:ext cx="54864" cy="621792"/>
          </a:xfrm>
          <a:prstGeom prst="rect">
            <a:avLst/>
          </a:prstGeom>
          <a:solidFill>
            <a:srgbClr val="0D7377"/>
          </a:solidFill>
          <a:ln w="12700">
            <a:solidFill>
              <a:srgbClr val="0D7377"/>
            </a:solidFill>
            <a:prstDash val="solid"/>
          </a:ln>
        </p:spPr>
        <p:txBody>
          <a:bodyPr/>
          <a:lstStyle/>
          <a:p>
            <a:endParaRPr lang="en-US"/>
          </a:p>
        </p:txBody>
      </p:sp>
      <p:sp>
        <p:nvSpPr>
          <p:cNvPr id="13" name="Text 10">
            <a:extLst>
              <a:ext uri="{FF2B5EF4-FFF2-40B4-BE49-F238E27FC236}">
                <a16:creationId xmlns:a16="http://schemas.microsoft.com/office/drawing/2014/main" id="{7E28D93B-E20F-1634-C577-267FC6BDEF68}"/>
              </a:ext>
            </a:extLst>
          </p:cNvPr>
          <p:cNvSpPr/>
          <p:nvPr/>
        </p:nvSpPr>
        <p:spPr>
          <a:xfrm>
            <a:off x="4967393" y="1833672"/>
            <a:ext cx="3657600" cy="2286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dirty="0">
                <a:solidFill>
                  <a:srgbClr val="0A2342"/>
                </a:solidFill>
                <a:latin typeface="Trebuchet MS" pitchFamily="34" charset="0"/>
                <a:ea typeface="Trebuchet MS" pitchFamily="34" charset="-122"/>
                <a:cs typeface="Trebuchet MS" pitchFamily="34" charset="-120"/>
              </a:rPr>
              <a:t>Center exclusion</a:t>
            </a:r>
            <a:endParaRPr lang="en-US" sz="1100" dirty="0"/>
          </a:p>
        </p:txBody>
      </p:sp>
      <p:sp>
        <p:nvSpPr>
          <p:cNvPr id="14" name="Text 11">
            <a:extLst>
              <a:ext uri="{FF2B5EF4-FFF2-40B4-BE49-F238E27FC236}">
                <a16:creationId xmlns:a16="http://schemas.microsoft.com/office/drawing/2014/main" id="{3F551AF0-0D64-AC71-3A00-84C420FA18D4}"/>
              </a:ext>
            </a:extLst>
          </p:cNvPr>
          <p:cNvSpPr/>
          <p:nvPr/>
        </p:nvSpPr>
        <p:spPr>
          <a:xfrm>
            <a:off x="4967393" y="2062272"/>
            <a:ext cx="3657600" cy="30175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950" dirty="0">
                <a:solidFill>
                  <a:srgbClr val="64748B"/>
                </a:solidFill>
                <a:latin typeface="Calibri" pitchFamily="34" charset="0"/>
                <a:ea typeface="Calibri" pitchFamily="34" charset="-122"/>
                <a:cs typeface="Calibri" pitchFamily="34" charset="-120"/>
              </a:rPr>
              <a:t>Neighborhood kernel has center pixel zeroed — prevents self-correlation inflating r toward 1.</a:t>
            </a:r>
            <a:endParaRPr lang="en-US" sz="950" dirty="0"/>
          </a:p>
        </p:txBody>
      </p:sp>
      <p:sp>
        <p:nvSpPr>
          <p:cNvPr id="15" name="Shape 12">
            <a:extLst>
              <a:ext uri="{FF2B5EF4-FFF2-40B4-BE49-F238E27FC236}">
                <a16:creationId xmlns:a16="http://schemas.microsoft.com/office/drawing/2014/main" id="{7DF582C4-EE18-A205-54A3-D1B478990F88}"/>
              </a:ext>
            </a:extLst>
          </p:cNvPr>
          <p:cNvSpPr/>
          <p:nvPr/>
        </p:nvSpPr>
        <p:spPr>
          <a:xfrm>
            <a:off x="4830233" y="2519472"/>
            <a:ext cx="3886200" cy="621792"/>
          </a:xfrm>
          <a:prstGeom prst="rect">
            <a:avLst/>
          </a:prstGeom>
          <a:solidFill>
            <a:srgbClr val="FFFFFF"/>
          </a:solidFill>
          <a:ln w="12700">
            <a:solidFill>
              <a:srgbClr val="E2EBF0"/>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3">
            <a:extLst>
              <a:ext uri="{FF2B5EF4-FFF2-40B4-BE49-F238E27FC236}">
                <a16:creationId xmlns:a16="http://schemas.microsoft.com/office/drawing/2014/main" id="{D9AEF1DB-4A74-3ABC-29D5-AFC514D0C5BA}"/>
              </a:ext>
            </a:extLst>
          </p:cNvPr>
          <p:cNvSpPr/>
          <p:nvPr/>
        </p:nvSpPr>
        <p:spPr>
          <a:xfrm>
            <a:off x="4830233" y="2519472"/>
            <a:ext cx="54864" cy="621792"/>
          </a:xfrm>
          <a:prstGeom prst="rect">
            <a:avLst/>
          </a:prstGeom>
          <a:solidFill>
            <a:srgbClr val="0D7377"/>
          </a:solidFill>
          <a:ln w="12700">
            <a:solidFill>
              <a:srgbClr val="0D7377"/>
            </a:solidFill>
            <a:prstDash val="solid"/>
          </a:ln>
        </p:spPr>
        <p:txBody>
          <a:bodyPr/>
          <a:lstStyle/>
          <a:p>
            <a:endParaRPr lang="en-US"/>
          </a:p>
        </p:txBody>
      </p:sp>
      <p:sp>
        <p:nvSpPr>
          <p:cNvPr id="17" name="Text 14">
            <a:extLst>
              <a:ext uri="{FF2B5EF4-FFF2-40B4-BE49-F238E27FC236}">
                <a16:creationId xmlns:a16="http://schemas.microsoft.com/office/drawing/2014/main" id="{F67A6AE7-9D65-4A78-D831-B7E3D22D36BB}"/>
              </a:ext>
            </a:extLst>
          </p:cNvPr>
          <p:cNvSpPr/>
          <p:nvPr/>
        </p:nvSpPr>
        <p:spPr>
          <a:xfrm>
            <a:off x="4967393" y="2565192"/>
            <a:ext cx="3657600" cy="2286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dirty="0">
                <a:solidFill>
                  <a:srgbClr val="0A2342"/>
                </a:solidFill>
                <a:latin typeface="Trebuchet MS" pitchFamily="34" charset="0"/>
                <a:ea typeface="Trebuchet MS" pitchFamily="34" charset="-122"/>
                <a:cs typeface="Trebuchet MS" pitchFamily="34" charset="-120"/>
              </a:rPr>
              <a:t>Pearson r</a:t>
            </a:r>
            <a:endParaRPr lang="en-US" sz="1100" dirty="0"/>
          </a:p>
        </p:txBody>
      </p:sp>
      <p:sp>
        <p:nvSpPr>
          <p:cNvPr id="18" name="Text 15">
            <a:extLst>
              <a:ext uri="{FF2B5EF4-FFF2-40B4-BE49-F238E27FC236}">
                <a16:creationId xmlns:a16="http://schemas.microsoft.com/office/drawing/2014/main" id="{4FE2A7E5-1A5B-09AF-E895-BDD70FFCE8ED}"/>
              </a:ext>
            </a:extLst>
          </p:cNvPr>
          <p:cNvSpPr/>
          <p:nvPr/>
        </p:nvSpPr>
        <p:spPr>
          <a:xfrm>
            <a:off x="4967393" y="2793792"/>
            <a:ext cx="3657600" cy="30175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950" dirty="0">
                <a:solidFill>
                  <a:srgbClr val="64748B"/>
                </a:solidFill>
                <a:latin typeface="Calibri" pitchFamily="34" charset="0"/>
                <a:ea typeface="Calibri" pitchFamily="34" charset="-122"/>
                <a:cs typeface="Calibri" pitchFamily="34" charset="-120"/>
              </a:rPr>
              <a:t>Correlation between each pixel's trace and its neighborhood mean trace.</a:t>
            </a:r>
            <a:endParaRPr lang="en-US" sz="950" dirty="0"/>
          </a:p>
        </p:txBody>
      </p:sp>
      <p:sp>
        <p:nvSpPr>
          <p:cNvPr id="19" name="Shape 16">
            <a:extLst>
              <a:ext uri="{FF2B5EF4-FFF2-40B4-BE49-F238E27FC236}">
                <a16:creationId xmlns:a16="http://schemas.microsoft.com/office/drawing/2014/main" id="{5ECE9A51-AA7D-3940-4E41-767554555196}"/>
              </a:ext>
            </a:extLst>
          </p:cNvPr>
          <p:cNvSpPr/>
          <p:nvPr/>
        </p:nvSpPr>
        <p:spPr>
          <a:xfrm>
            <a:off x="4830233" y="3250992"/>
            <a:ext cx="3886200" cy="621792"/>
          </a:xfrm>
          <a:prstGeom prst="rect">
            <a:avLst/>
          </a:prstGeom>
          <a:solidFill>
            <a:srgbClr val="FFFFFF"/>
          </a:solidFill>
          <a:ln w="12700">
            <a:solidFill>
              <a:srgbClr val="E2EBF0"/>
            </a:solidFill>
            <a:prstDash val="solid"/>
          </a:ln>
          <a:effectLst>
            <a:outerShdw blurRad="101600" dist="38100" dir="8100000" algn="bl" rotWithShape="0">
              <a:srgbClr val="000000">
                <a:alpha val="12000"/>
              </a:srgbClr>
            </a:outerShdw>
          </a:effectLst>
        </p:spPr>
        <p:txBody>
          <a:bodyPr/>
          <a:lstStyle/>
          <a:p>
            <a:endParaRPr lang="en-US"/>
          </a:p>
        </p:txBody>
      </p:sp>
      <p:sp>
        <p:nvSpPr>
          <p:cNvPr id="20" name="Shape 17">
            <a:extLst>
              <a:ext uri="{FF2B5EF4-FFF2-40B4-BE49-F238E27FC236}">
                <a16:creationId xmlns:a16="http://schemas.microsoft.com/office/drawing/2014/main" id="{0B665B5A-18AD-FE7A-C893-61F1BCA877DB}"/>
              </a:ext>
            </a:extLst>
          </p:cNvPr>
          <p:cNvSpPr/>
          <p:nvPr/>
        </p:nvSpPr>
        <p:spPr>
          <a:xfrm>
            <a:off x="4830233" y="3250992"/>
            <a:ext cx="54864" cy="621792"/>
          </a:xfrm>
          <a:prstGeom prst="rect">
            <a:avLst/>
          </a:prstGeom>
          <a:solidFill>
            <a:srgbClr val="0D7377"/>
          </a:solidFill>
          <a:ln w="12700">
            <a:solidFill>
              <a:srgbClr val="0D7377"/>
            </a:solidFill>
            <a:prstDash val="solid"/>
          </a:ln>
        </p:spPr>
        <p:txBody>
          <a:bodyPr/>
          <a:lstStyle/>
          <a:p>
            <a:endParaRPr lang="en-US"/>
          </a:p>
        </p:txBody>
      </p:sp>
      <p:sp>
        <p:nvSpPr>
          <p:cNvPr id="21" name="Text 18">
            <a:extLst>
              <a:ext uri="{FF2B5EF4-FFF2-40B4-BE49-F238E27FC236}">
                <a16:creationId xmlns:a16="http://schemas.microsoft.com/office/drawing/2014/main" id="{94516FD9-7DC5-3C14-5623-E72FF357E51A}"/>
              </a:ext>
            </a:extLst>
          </p:cNvPr>
          <p:cNvSpPr/>
          <p:nvPr/>
        </p:nvSpPr>
        <p:spPr>
          <a:xfrm>
            <a:off x="4967393" y="3296712"/>
            <a:ext cx="3657600" cy="2286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dirty="0">
                <a:solidFill>
                  <a:srgbClr val="0A2342"/>
                </a:solidFill>
                <a:latin typeface="Trebuchet MS" pitchFamily="34" charset="0"/>
                <a:ea typeface="Trebuchet MS" pitchFamily="34" charset="-122"/>
                <a:cs typeface="Trebuchet MS" pitchFamily="34" charset="-120"/>
              </a:rPr>
              <a:t>Effective df</a:t>
            </a:r>
            <a:endParaRPr lang="en-US" sz="1100" dirty="0"/>
          </a:p>
        </p:txBody>
      </p:sp>
      <p:sp>
        <p:nvSpPr>
          <p:cNvPr id="22" name="Text 19">
            <a:extLst>
              <a:ext uri="{FF2B5EF4-FFF2-40B4-BE49-F238E27FC236}">
                <a16:creationId xmlns:a16="http://schemas.microsoft.com/office/drawing/2014/main" id="{F1E744FD-473B-5603-7F4B-9C50D507B9AA}"/>
              </a:ext>
            </a:extLst>
          </p:cNvPr>
          <p:cNvSpPr/>
          <p:nvPr/>
        </p:nvSpPr>
        <p:spPr>
          <a:xfrm>
            <a:off x="4967393" y="3525312"/>
            <a:ext cx="3657600" cy="30175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950" dirty="0">
                <a:solidFill>
                  <a:srgbClr val="64748B"/>
                </a:solidFill>
                <a:latin typeface="Calibri" pitchFamily="34" charset="0"/>
                <a:ea typeface="Calibri" pitchFamily="34" charset="-122"/>
                <a:cs typeface="Calibri" pitchFamily="34" charset="-120"/>
              </a:rPr>
              <a:t>Bayley-Hammersley correction for temporal autocorrelation prevents anti-conservative z-scores.</a:t>
            </a:r>
            <a:endParaRPr lang="en-US" sz="950" dirty="0"/>
          </a:p>
        </p:txBody>
      </p:sp>
      <p:sp>
        <p:nvSpPr>
          <p:cNvPr id="23" name="Shape 20">
            <a:extLst>
              <a:ext uri="{FF2B5EF4-FFF2-40B4-BE49-F238E27FC236}">
                <a16:creationId xmlns:a16="http://schemas.microsoft.com/office/drawing/2014/main" id="{BDD1DC09-48A4-5F64-A3AC-6B310F061AF4}"/>
              </a:ext>
            </a:extLst>
          </p:cNvPr>
          <p:cNvSpPr/>
          <p:nvPr/>
        </p:nvSpPr>
        <p:spPr>
          <a:xfrm>
            <a:off x="4830233" y="3982512"/>
            <a:ext cx="3886200" cy="621792"/>
          </a:xfrm>
          <a:prstGeom prst="rect">
            <a:avLst/>
          </a:prstGeom>
          <a:solidFill>
            <a:srgbClr val="FFFFFF"/>
          </a:solidFill>
          <a:ln w="12700">
            <a:solidFill>
              <a:srgbClr val="E2EBF0"/>
            </a:solidFill>
            <a:prstDash val="solid"/>
          </a:ln>
          <a:effectLst>
            <a:outerShdw blurRad="101600" dist="38100" dir="8100000" algn="bl" rotWithShape="0">
              <a:srgbClr val="000000">
                <a:alpha val="12000"/>
              </a:srgbClr>
            </a:outerShdw>
          </a:effectLst>
        </p:spPr>
        <p:txBody>
          <a:bodyPr/>
          <a:lstStyle/>
          <a:p>
            <a:endParaRPr lang="en-US"/>
          </a:p>
        </p:txBody>
      </p:sp>
      <p:sp>
        <p:nvSpPr>
          <p:cNvPr id="24" name="Shape 21">
            <a:extLst>
              <a:ext uri="{FF2B5EF4-FFF2-40B4-BE49-F238E27FC236}">
                <a16:creationId xmlns:a16="http://schemas.microsoft.com/office/drawing/2014/main" id="{1587D38C-2582-A454-C95C-31D723A917D8}"/>
              </a:ext>
            </a:extLst>
          </p:cNvPr>
          <p:cNvSpPr/>
          <p:nvPr/>
        </p:nvSpPr>
        <p:spPr>
          <a:xfrm>
            <a:off x="4830233" y="3982512"/>
            <a:ext cx="54864" cy="621792"/>
          </a:xfrm>
          <a:prstGeom prst="rect">
            <a:avLst/>
          </a:prstGeom>
          <a:solidFill>
            <a:srgbClr val="14BDAC"/>
          </a:solidFill>
          <a:ln w="12700">
            <a:solidFill>
              <a:srgbClr val="14BDAC"/>
            </a:solidFill>
            <a:prstDash val="solid"/>
          </a:ln>
        </p:spPr>
        <p:txBody>
          <a:bodyPr/>
          <a:lstStyle/>
          <a:p>
            <a:endParaRPr lang="en-US"/>
          </a:p>
        </p:txBody>
      </p:sp>
      <p:sp>
        <p:nvSpPr>
          <p:cNvPr id="25" name="Text 22">
            <a:extLst>
              <a:ext uri="{FF2B5EF4-FFF2-40B4-BE49-F238E27FC236}">
                <a16:creationId xmlns:a16="http://schemas.microsoft.com/office/drawing/2014/main" id="{BDE6E531-CC67-4921-A7D6-387190404925}"/>
              </a:ext>
            </a:extLst>
          </p:cNvPr>
          <p:cNvSpPr/>
          <p:nvPr/>
        </p:nvSpPr>
        <p:spPr>
          <a:xfrm>
            <a:off x="4967393" y="4028232"/>
            <a:ext cx="3657600" cy="2286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dirty="0">
                <a:solidFill>
                  <a:srgbClr val="0A2342"/>
                </a:solidFill>
                <a:latin typeface="Trebuchet MS" pitchFamily="34" charset="0"/>
                <a:ea typeface="Trebuchet MS" pitchFamily="34" charset="-122"/>
                <a:cs typeface="Trebuchet MS" pitchFamily="34" charset="-120"/>
              </a:rPr>
              <a:t>Fisher r-to-z</a:t>
            </a:r>
            <a:endParaRPr lang="en-US" sz="1100" dirty="0"/>
          </a:p>
        </p:txBody>
      </p:sp>
      <p:sp>
        <p:nvSpPr>
          <p:cNvPr id="26" name="Text 23">
            <a:extLst>
              <a:ext uri="{FF2B5EF4-FFF2-40B4-BE49-F238E27FC236}">
                <a16:creationId xmlns:a16="http://schemas.microsoft.com/office/drawing/2014/main" id="{3C83D75F-848F-E0DB-A62E-D5ED4EE09361}"/>
              </a:ext>
            </a:extLst>
          </p:cNvPr>
          <p:cNvSpPr/>
          <p:nvPr/>
        </p:nvSpPr>
        <p:spPr>
          <a:xfrm>
            <a:off x="4967393" y="4256832"/>
            <a:ext cx="3657600" cy="30175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950" dirty="0">
                <a:solidFill>
                  <a:srgbClr val="64748B"/>
                </a:solidFill>
                <a:latin typeface="Calibri" pitchFamily="34" charset="0"/>
                <a:ea typeface="Calibri" pitchFamily="34" charset="-122"/>
                <a:cs typeface="Calibri" pitchFamily="34" charset="-120"/>
              </a:rPr>
              <a:t>atanh(r) × √df  gives an approximately N(0,1) z-score that never saturates.</a:t>
            </a:r>
            <a:endParaRPr lang="en-US" sz="950" dirty="0"/>
          </a:p>
        </p:txBody>
      </p:sp>
      <p:sp>
        <p:nvSpPr>
          <p:cNvPr id="27" name="Text 3">
            <a:extLst>
              <a:ext uri="{FF2B5EF4-FFF2-40B4-BE49-F238E27FC236}">
                <a16:creationId xmlns:a16="http://schemas.microsoft.com/office/drawing/2014/main" id="{2F075E4C-4CE9-B77E-4A56-3F496C2D1D98}"/>
              </a:ext>
            </a:extLst>
          </p:cNvPr>
          <p:cNvSpPr/>
          <p:nvPr/>
        </p:nvSpPr>
        <p:spPr>
          <a:xfrm>
            <a:off x="276322" y="1221024"/>
            <a:ext cx="4114800" cy="9144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en-US" sz="1100" dirty="0">
                <a:solidFill>
                  <a:srgbClr val="0A2342"/>
                </a:solidFill>
                <a:latin typeface="Calibri" pitchFamily="34" charset="0"/>
                <a:ea typeface="Calibri" pitchFamily="34" charset="-122"/>
                <a:cs typeface="Calibri" pitchFamily="34" charset="-120"/>
              </a:rPr>
              <a:t>A real cell activates as a unit — its pixels move together. </a:t>
            </a:r>
          </a:p>
          <a:p>
            <a:pPr marL="171450" indent="-171450">
              <a:buFont typeface="Arial" panose="020B0604020202020204" pitchFamily="34" charset="0"/>
              <a:buChar char="•"/>
            </a:pPr>
            <a:r>
              <a:rPr lang="en-US" sz="1100" dirty="0">
                <a:solidFill>
                  <a:srgbClr val="0A2342"/>
                </a:solidFill>
                <a:latin typeface="Calibri" pitchFamily="34" charset="0"/>
                <a:ea typeface="Calibri" pitchFamily="34" charset="-122"/>
                <a:cs typeface="Calibri" pitchFamily="34" charset="-120"/>
              </a:rPr>
              <a:t>Measure how strongly each pixel co-varies with its immediate spatial neighbors.</a:t>
            </a:r>
          </a:p>
          <a:p>
            <a:pPr marL="171450" indent="-171450">
              <a:buFont typeface="Arial" panose="020B0604020202020204" pitchFamily="34" charset="0"/>
              <a:buChar char="•"/>
            </a:pPr>
            <a:r>
              <a:rPr lang="en-US" sz="1100" dirty="0">
                <a:solidFill>
                  <a:srgbClr val="0A2342"/>
                </a:solidFill>
                <a:latin typeface="Calibri" pitchFamily="34" charset="0"/>
                <a:ea typeface="Calibri" pitchFamily="34" charset="-122"/>
                <a:cs typeface="Calibri" pitchFamily="34" charset="-120"/>
              </a:rPr>
              <a:t>Cross-pixel, time-domain measure, fundamentally orthogonal to the single-pixel spectral score.</a:t>
            </a:r>
            <a:endParaRPr lang="en-US" sz="1100" dirty="0"/>
          </a:p>
        </p:txBody>
      </p:sp>
    </p:spTree>
    <p:extLst>
      <p:ext uri="{BB962C8B-B14F-4D97-AF65-F5344CB8AC3E}">
        <p14:creationId xmlns:p14="http://schemas.microsoft.com/office/powerpoint/2010/main" val="2505829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65D06-6EF4-C8E1-F945-A03993FB7148}"/>
              </a:ext>
            </a:extLst>
          </p:cNvPr>
          <p:cNvSpPr>
            <a:spLocks noGrp="1"/>
          </p:cNvSpPr>
          <p:nvPr>
            <p:ph type="title"/>
          </p:nvPr>
        </p:nvSpPr>
        <p:spPr/>
        <p:txBody>
          <a:bodyPr/>
          <a:lstStyle/>
          <a:p>
            <a:r>
              <a:rPr lang="en-US" dirty="0"/>
              <a:t>Combine &amp; Extract ROI</a:t>
            </a:r>
          </a:p>
        </p:txBody>
      </p:sp>
      <p:sp>
        <p:nvSpPr>
          <p:cNvPr id="3" name="Slide Number Placeholder 2">
            <a:extLst>
              <a:ext uri="{FF2B5EF4-FFF2-40B4-BE49-F238E27FC236}">
                <a16:creationId xmlns:a16="http://schemas.microsoft.com/office/drawing/2014/main" id="{1DED35DE-5E06-C544-F685-51B521566AF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sp>
        <p:nvSpPr>
          <p:cNvPr id="4" name="Content Placeholder 3">
            <a:extLst>
              <a:ext uri="{FF2B5EF4-FFF2-40B4-BE49-F238E27FC236}">
                <a16:creationId xmlns:a16="http://schemas.microsoft.com/office/drawing/2014/main" id="{D120FBBD-D8E1-BF75-CFBD-199B7EB32CFE}"/>
              </a:ext>
            </a:extLst>
          </p:cNvPr>
          <p:cNvSpPr>
            <a:spLocks noGrp="1"/>
          </p:cNvSpPr>
          <p:nvPr>
            <p:ph sz="quarter" idx="13"/>
          </p:nvPr>
        </p:nvSpPr>
        <p:spPr/>
        <p:txBody>
          <a:bodyPr/>
          <a:lstStyle/>
          <a:p>
            <a:r>
              <a:rPr lang="en-US" dirty="0"/>
              <a:t>Stage 5 – Stoffer Combination</a:t>
            </a:r>
          </a:p>
          <a:p>
            <a:endParaRPr lang="en-US" dirty="0"/>
          </a:p>
        </p:txBody>
      </p:sp>
      <p:sp>
        <p:nvSpPr>
          <p:cNvPr id="5" name="Content Placeholder 4">
            <a:extLst>
              <a:ext uri="{FF2B5EF4-FFF2-40B4-BE49-F238E27FC236}">
                <a16:creationId xmlns:a16="http://schemas.microsoft.com/office/drawing/2014/main" id="{C7B3ED05-BF30-BB9A-72C4-FF074DAA57C9}"/>
              </a:ext>
            </a:extLst>
          </p:cNvPr>
          <p:cNvSpPr>
            <a:spLocks noGrp="1"/>
          </p:cNvSpPr>
          <p:nvPr>
            <p:ph sz="quarter" idx="15"/>
          </p:nvPr>
        </p:nvSpPr>
        <p:spPr/>
        <p:txBody>
          <a:bodyPr/>
          <a:lstStyle/>
          <a:p>
            <a:r>
              <a:rPr lang="en-US" dirty="0"/>
              <a:t>Stage 6 – ROI Extraction</a:t>
            </a:r>
          </a:p>
          <a:p>
            <a:endParaRPr lang="en-US" dirty="0"/>
          </a:p>
          <a:p>
            <a:endParaRPr lang="en-US" dirty="0"/>
          </a:p>
        </p:txBody>
      </p:sp>
      <p:sp>
        <p:nvSpPr>
          <p:cNvPr id="6" name="Text Placeholder 5">
            <a:extLst>
              <a:ext uri="{FF2B5EF4-FFF2-40B4-BE49-F238E27FC236}">
                <a16:creationId xmlns:a16="http://schemas.microsoft.com/office/drawing/2014/main" id="{DF69A50B-513E-04AA-B81C-3FAB6EB23B31}"/>
              </a:ext>
            </a:extLst>
          </p:cNvPr>
          <p:cNvSpPr>
            <a:spLocks noGrp="1"/>
          </p:cNvSpPr>
          <p:nvPr>
            <p:ph type="body" sz="quarter" idx="16"/>
          </p:nvPr>
        </p:nvSpPr>
        <p:spPr/>
        <p:txBody>
          <a:bodyPr/>
          <a:lstStyle/>
          <a:p>
            <a:r>
              <a:rPr lang="en-US" dirty="0"/>
              <a:t>Stage 5/6</a:t>
            </a:r>
          </a:p>
        </p:txBody>
      </p:sp>
      <p:sp>
        <p:nvSpPr>
          <p:cNvPr id="8" name="Shape 5">
            <a:extLst>
              <a:ext uri="{FF2B5EF4-FFF2-40B4-BE49-F238E27FC236}">
                <a16:creationId xmlns:a16="http://schemas.microsoft.com/office/drawing/2014/main" id="{765D3CCB-EBFB-DF40-D292-64756AC65842}"/>
              </a:ext>
            </a:extLst>
          </p:cNvPr>
          <p:cNvSpPr/>
          <p:nvPr/>
        </p:nvSpPr>
        <p:spPr>
          <a:xfrm>
            <a:off x="282787" y="1107247"/>
            <a:ext cx="3566160" cy="502920"/>
          </a:xfrm>
          <a:prstGeom prst="rect">
            <a:avLst/>
          </a:prstGeom>
          <a:solidFill>
            <a:srgbClr val="D4EEF7"/>
          </a:solidFill>
          <a:ln w="12700">
            <a:solidFill>
              <a:srgbClr val="E2EBF0"/>
            </a:solidFill>
            <a:prstDash val="solid"/>
          </a:ln>
        </p:spPr>
        <p:txBody>
          <a:bodyPr/>
          <a:lstStyle/>
          <a:p>
            <a:endParaRPr lang="en-US"/>
          </a:p>
        </p:txBody>
      </p:sp>
      <p:sp>
        <p:nvSpPr>
          <p:cNvPr id="9" name="Text 6">
            <a:extLst>
              <a:ext uri="{FF2B5EF4-FFF2-40B4-BE49-F238E27FC236}">
                <a16:creationId xmlns:a16="http://schemas.microsoft.com/office/drawing/2014/main" id="{13A39E00-AF59-CE14-9450-0F3248385CC3}"/>
              </a:ext>
            </a:extLst>
          </p:cNvPr>
          <p:cNvSpPr/>
          <p:nvPr/>
        </p:nvSpPr>
        <p:spPr>
          <a:xfrm>
            <a:off x="328507" y="1107247"/>
            <a:ext cx="347472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0A2342"/>
                </a:solidFill>
                <a:latin typeface="Consolas" pitchFamily="34" charset="0"/>
                <a:ea typeface="Consolas" pitchFamily="34" charset="-122"/>
                <a:cs typeface="Consolas" pitchFamily="34" charset="-120"/>
              </a:rPr>
              <a:t>Z_combined  =  (Z_spectral + Z_spatial)  /  √2</a:t>
            </a:r>
            <a:endParaRPr lang="en-US" sz="1200" dirty="0"/>
          </a:p>
        </p:txBody>
      </p:sp>
      <p:sp>
        <p:nvSpPr>
          <p:cNvPr id="10" name="Shape 7">
            <a:extLst>
              <a:ext uri="{FF2B5EF4-FFF2-40B4-BE49-F238E27FC236}">
                <a16:creationId xmlns:a16="http://schemas.microsoft.com/office/drawing/2014/main" id="{99C5C12E-7900-A317-7120-24E7FD5C874E}"/>
              </a:ext>
            </a:extLst>
          </p:cNvPr>
          <p:cNvSpPr/>
          <p:nvPr/>
        </p:nvSpPr>
        <p:spPr>
          <a:xfrm>
            <a:off x="328507" y="2020183"/>
            <a:ext cx="182880" cy="182880"/>
          </a:xfrm>
          <a:prstGeom prst="ellipse">
            <a:avLst/>
          </a:prstGeom>
          <a:solidFill>
            <a:srgbClr val="14BDAC"/>
          </a:solidFill>
          <a:ln w="12700">
            <a:solidFill>
              <a:srgbClr val="14BDAC"/>
            </a:solidFill>
            <a:prstDash val="solid"/>
          </a:ln>
        </p:spPr>
        <p:txBody>
          <a:bodyPr/>
          <a:lstStyle/>
          <a:p>
            <a:endParaRPr lang="en-US"/>
          </a:p>
        </p:txBody>
      </p:sp>
      <p:sp>
        <p:nvSpPr>
          <p:cNvPr id="11" name="Text 8">
            <a:extLst>
              <a:ext uri="{FF2B5EF4-FFF2-40B4-BE49-F238E27FC236}">
                <a16:creationId xmlns:a16="http://schemas.microsoft.com/office/drawing/2014/main" id="{DE08F066-02FA-5385-8205-8C1BFB045175}"/>
              </a:ext>
            </a:extLst>
          </p:cNvPr>
          <p:cNvSpPr/>
          <p:nvPr/>
        </p:nvSpPr>
        <p:spPr>
          <a:xfrm>
            <a:off x="602827" y="1974463"/>
            <a:ext cx="34290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0A2342"/>
                </a:solidFill>
                <a:latin typeface="Calibri" pitchFamily="34" charset="0"/>
                <a:ea typeface="Calibri" pitchFamily="34" charset="-122"/>
                <a:cs typeface="Calibri" pitchFamily="34" charset="-120"/>
              </a:rPr>
              <a:t>Both maps are rescaled by their empirical median and MAD so background pixels sit at z ≈ 0 on both axes regardless of theoretical null assumptions.</a:t>
            </a:r>
            <a:endParaRPr lang="en-US" sz="1000" dirty="0"/>
          </a:p>
        </p:txBody>
      </p:sp>
      <p:sp>
        <p:nvSpPr>
          <p:cNvPr id="12" name="Shape 9">
            <a:extLst>
              <a:ext uri="{FF2B5EF4-FFF2-40B4-BE49-F238E27FC236}">
                <a16:creationId xmlns:a16="http://schemas.microsoft.com/office/drawing/2014/main" id="{3276380E-9BA0-A4FA-224C-EC752B115834}"/>
              </a:ext>
            </a:extLst>
          </p:cNvPr>
          <p:cNvSpPr/>
          <p:nvPr/>
        </p:nvSpPr>
        <p:spPr>
          <a:xfrm>
            <a:off x="328507" y="2587111"/>
            <a:ext cx="182880" cy="182880"/>
          </a:xfrm>
          <a:prstGeom prst="ellipse">
            <a:avLst/>
          </a:prstGeom>
          <a:solidFill>
            <a:srgbClr val="14BDAC"/>
          </a:solidFill>
          <a:ln w="12700">
            <a:solidFill>
              <a:srgbClr val="14BDAC"/>
            </a:solidFill>
            <a:prstDash val="solid"/>
          </a:ln>
        </p:spPr>
        <p:txBody>
          <a:bodyPr/>
          <a:lstStyle/>
          <a:p>
            <a:endParaRPr lang="en-US"/>
          </a:p>
        </p:txBody>
      </p:sp>
      <p:sp>
        <p:nvSpPr>
          <p:cNvPr id="13" name="Text 10">
            <a:extLst>
              <a:ext uri="{FF2B5EF4-FFF2-40B4-BE49-F238E27FC236}">
                <a16:creationId xmlns:a16="http://schemas.microsoft.com/office/drawing/2014/main" id="{5A69EB2A-F682-E63A-5024-D99C44F44683}"/>
              </a:ext>
            </a:extLst>
          </p:cNvPr>
          <p:cNvSpPr/>
          <p:nvPr/>
        </p:nvSpPr>
        <p:spPr>
          <a:xfrm>
            <a:off x="602827" y="2541391"/>
            <a:ext cx="34290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0A2342"/>
                </a:solidFill>
                <a:latin typeface="Calibri" pitchFamily="34" charset="0"/>
                <a:ea typeface="Calibri" pitchFamily="34" charset="-122"/>
                <a:cs typeface="Calibri" pitchFamily="34" charset="-120"/>
              </a:rPr>
              <a:t>Combination done entirely in z-score space — no p-value is ever computed, so there is no numerical saturation for strong signals.</a:t>
            </a:r>
            <a:endParaRPr lang="en-US" sz="1000" dirty="0"/>
          </a:p>
        </p:txBody>
      </p:sp>
      <p:sp>
        <p:nvSpPr>
          <p:cNvPr id="14" name="Shape 11">
            <a:extLst>
              <a:ext uri="{FF2B5EF4-FFF2-40B4-BE49-F238E27FC236}">
                <a16:creationId xmlns:a16="http://schemas.microsoft.com/office/drawing/2014/main" id="{B4012898-7CB6-5BCE-6282-2FD8BCEB1D3F}"/>
              </a:ext>
            </a:extLst>
          </p:cNvPr>
          <p:cNvSpPr/>
          <p:nvPr/>
        </p:nvSpPr>
        <p:spPr>
          <a:xfrm>
            <a:off x="328507" y="3154039"/>
            <a:ext cx="182880" cy="182880"/>
          </a:xfrm>
          <a:prstGeom prst="ellipse">
            <a:avLst/>
          </a:prstGeom>
          <a:solidFill>
            <a:srgbClr val="14BDAC"/>
          </a:solidFill>
          <a:ln w="12700">
            <a:solidFill>
              <a:srgbClr val="14BDAC"/>
            </a:solidFill>
            <a:prstDash val="solid"/>
          </a:ln>
        </p:spPr>
        <p:txBody>
          <a:bodyPr/>
          <a:lstStyle/>
          <a:p>
            <a:endParaRPr lang="en-US"/>
          </a:p>
        </p:txBody>
      </p:sp>
      <p:sp>
        <p:nvSpPr>
          <p:cNvPr id="15" name="Text 12">
            <a:extLst>
              <a:ext uri="{FF2B5EF4-FFF2-40B4-BE49-F238E27FC236}">
                <a16:creationId xmlns:a16="http://schemas.microsoft.com/office/drawing/2014/main" id="{2A326B5D-35C5-ABEB-2D4A-30AD57F1796C}"/>
              </a:ext>
            </a:extLst>
          </p:cNvPr>
          <p:cNvSpPr/>
          <p:nvPr/>
        </p:nvSpPr>
        <p:spPr>
          <a:xfrm>
            <a:off x="602827" y="3108319"/>
            <a:ext cx="34290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0A2342"/>
                </a:solidFill>
                <a:latin typeface="Calibri" pitchFamily="34" charset="0"/>
                <a:ea typeface="Calibri" pitchFamily="34" charset="-122"/>
                <a:cs typeface="Calibri" pitchFamily="34" charset="-120"/>
              </a:rPr>
              <a:t>Stouffer is valid here because spectral (frequency-domain, single-pixel) and spatial (time-domain, cross-pixel) measures are derived from orthogonal signal properties.</a:t>
            </a:r>
            <a:endParaRPr lang="en-US" sz="1000" dirty="0"/>
          </a:p>
        </p:txBody>
      </p:sp>
      <p:sp>
        <p:nvSpPr>
          <p:cNvPr id="16" name="Text 16">
            <a:extLst>
              <a:ext uri="{FF2B5EF4-FFF2-40B4-BE49-F238E27FC236}">
                <a16:creationId xmlns:a16="http://schemas.microsoft.com/office/drawing/2014/main" id="{4CF705E8-39F0-C4EA-73FA-AB4E0137E3B9}"/>
              </a:ext>
            </a:extLst>
          </p:cNvPr>
          <p:cNvSpPr/>
          <p:nvPr/>
        </p:nvSpPr>
        <p:spPr>
          <a:xfrm>
            <a:off x="4830618" y="1107247"/>
            <a:ext cx="365760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dirty="0">
                <a:solidFill>
                  <a:srgbClr val="0D7377"/>
                </a:solidFill>
                <a:latin typeface="Trebuchet MS" pitchFamily="34" charset="0"/>
                <a:ea typeface="Trebuchet MS" pitchFamily="34" charset="-122"/>
                <a:cs typeface="Trebuchet MS" pitchFamily="34" charset="-120"/>
              </a:rPr>
              <a:t>Clamp at zero</a:t>
            </a:r>
            <a:endParaRPr lang="en-US" sz="1100" dirty="0"/>
          </a:p>
        </p:txBody>
      </p:sp>
      <p:sp>
        <p:nvSpPr>
          <p:cNvPr id="17" name="Text 17">
            <a:extLst>
              <a:ext uri="{FF2B5EF4-FFF2-40B4-BE49-F238E27FC236}">
                <a16:creationId xmlns:a16="http://schemas.microsoft.com/office/drawing/2014/main" id="{B90C0C0D-9D3C-C658-75B7-E352ECB71791}"/>
              </a:ext>
            </a:extLst>
          </p:cNvPr>
          <p:cNvSpPr/>
          <p:nvPr/>
        </p:nvSpPr>
        <p:spPr>
          <a:xfrm>
            <a:off x="4830618" y="1363279"/>
            <a:ext cx="3657600"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0A2342"/>
                </a:solidFill>
                <a:latin typeface="Calibri" pitchFamily="34" charset="0"/>
                <a:ea typeface="Calibri" pitchFamily="34" charset="-122"/>
                <a:cs typeface="Calibri" pitchFamily="34" charset="-120"/>
              </a:rPr>
              <a:t>Negative pixels are below the empirical background median. Clamping collapses them into one background basin rather than thousands of trivial ones.</a:t>
            </a:r>
            <a:endParaRPr lang="en-US" sz="1000" dirty="0"/>
          </a:p>
        </p:txBody>
      </p:sp>
      <p:sp>
        <p:nvSpPr>
          <p:cNvPr id="18" name="Text 18">
            <a:extLst>
              <a:ext uri="{FF2B5EF4-FFF2-40B4-BE49-F238E27FC236}">
                <a16:creationId xmlns:a16="http://schemas.microsoft.com/office/drawing/2014/main" id="{D66CF7D4-5699-6A9F-DAD1-9B66EDA1170B}"/>
              </a:ext>
            </a:extLst>
          </p:cNvPr>
          <p:cNvSpPr/>
          <p:nvPr/>
        </p:nvSpPr>
        <p:spPr>
          <a:xfrm>
            <a:off x="4830618" y="1765615"/>
            <a:ext cx="365760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dirty="0">
                <a:solidFill>
                  <a:srgbClr val="0D7377"/>
                </a:solidFill>
                <a:latin typeface="Trebuchet MS" pitchFamily="34" charset="0"/>
                <a:ea typeface="Trebuchet MS" pitchFamily="34" charset="-122"/>
                <a:cs typeface="Trebuchet MS" pitchFamily="34" charset="-120"/>
              </a:rPr>
              <a:t>Watershed</a:t>
            </a:r>
            <a:endParaRPr lang="en-US" sz="1100" dirty="0"/>
          </a:p>
        </p:txBody>
      </p:sp>
      <p:sp>
        <p:nvSpPr>
          <p:cNvPr id="19" name="Text 19">
            <a:extLst>
              <a:ext uri="{FF2B5EF4-FFF2-40B4-BE49-F238E27FC236}">
                <a16:creationId xmlns:a16="http://schemas.microsoft.com/office/drawing/2014/main" id="{AA72375F-4354-54F7-C402-D382A5AD63BE}"/>
              </a:ext>
            </a:extLst>
          </p:cNvPr>
          <p:cNvSpPr/>
          <p:nvPr/>
        </p:nvSpPr>
        <p:spPr>
          <a:xfrm>
            <a:off x="4830618" y="2021647"/>
            <a:ext cx="3657600"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0A2342"/>
                </a:solidFill>
                <a:latin typeface="Calibri" pitchFamily="34" charset="0"/>
                <a:ea typeface="Calibri" pitchFamily="34" charset="-122"/>
                <a:cs typeface="Calibri" pitchFamily="34" charset="-120"/>
              </a:rPr>
              <a:t>Segments the combined z-score surface into basins. Merge depth = MAD of the surface — shallow noise basins merge up automatically.</a:t>
            </a:r>
            <a:endParaRPr lang="en-US" sz="1000" dirty="0"/>
          </a:p>
        </p:txBody>
      </p:sp>
      <p:sp>
        <p:nvSpPr>
          <p:cNvPr id="20" name="Text 20">
            <a:extLst>
              <a:ext uri="{FF2B5EF4-FFF2-40B4-BE49-F238E27FC236}">
                <a16:creationId xmlns:a16="http://schemas.microsoft.com/office/drawing/2014/main" id="{3ED6404A-7A85-4398-6870-90ABBED2CFBA}"/>
              </a:ext>
            </a:extLst>
          </p:cNvPr>
          <p:cNvSpPr/>
          <p:nvPr/>
        </p:nvSpPr>
        <p:spPr>
          <a:xfrm>
            <a:off x="4830618" y="2423983"/>
            <a:ext cx="365760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dirty="0">
                <a:solidFill>
                  <a:srgbClr val="0D7377"/>
                </a:solidFill>
                <a:latin typeface="Trebuchet MS" pitchFamily="34" charset="0"/>
                <a:ea typeface="Trebuchet MS" pitchFamily="34" charset="-122"/>
                <a:cs typeface="Trebuchet MS" pitchFamily="34" charset="-120"/>
              </a:rPr>
              <a:t>Score all basins</a:t>
            </a:r>
            <a:endParaRPr lang="en-US" sz="1100" dirty="0"/>
          </a:p>
        </p:txBody>
      </p:sp>
      <p:sp>
        <p:nvSpPr>
          <p:cNvPr id="21" name="Text 21">
            <a:extLst>
              <a:ext uri="{FF2B5EF4-FFF2-40B4-BE49-F238E27FC236}">
                <a16:creationId xmlns:a16="http://schemas.microsoft.com/office/drawing/2014/main" id="{D2B19817-3349-E772-4D80-70297FEAC5F3}"/>
              </a:ext>
            </a:extLst>
          </p:cNvPr>
          <p:cNvSpPr/>
          <p:nvPr/>
        </p:nvSpPr>
        <p:spPr>
          <a:xfrm>
            <a:off x="4830618" y="2680015"/>
            <a:ext cx="3657600"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0A2342"/>
                </a:solidFill>
                <a:latin typeface="Calibri" pitchFamily="34" charset="0"/>
                <a:ea typeface="Calibri" pitchFamily="34" charset="-122"/>
                <a:cs typeface="Calibri" pitchFamily="34" charset="-120"/>
              </a:rPr>
              <a:t>Every basin scored by mean combined z. No basin is discarded.</a:t>
            </a:r>
            <a:endParaRPr lang="en-US" sz="1000" dirty="0"/>
          </a:p>
        </p:txBody>
      </p:sp>
      <p:sp>
        <p:nvSpPr>
          <p:cNvPr id="22" name="Text 22">
            <a:extLst>
              <a:ext uri="{FF2B5EF4-FFF2-40B4-BE49-F238E27FC236}">
                <a16:creationId xmlns:a16="http://schemas.microsoft.com/office/drawing/2014/main" id="{F4AAA814-085E-06DD-8097-DF3807EF35B9}"/>
              </a:ext>
            </a:extLst>
          </p:cNvPr>
          <p:cNvSpPr/>
          <p:nvPr/>
        </p:nvSpPr>
        <p:spPr>
          <a:xfrm>
            <a:off x="4830618" y="3082351"/>
            <a:ext cx="365760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dirty="0">
                <a:solidFill>
                  <a:srgbClr val="0D7377"/>
                </a:solidFill>
                <a:latin typeface="Trebuchet MS" pitchFamily="34" charset="0"/>
                <a:ea typeface="Trebuchet MS" pitchFamily="34" charset="-122"/>
                <a:cs typeface="Trebuchet MS" pitchFamily="34" charset="-120"/>
              </a:rPr>
              <a:t>Rank</a:t>
            </a:r>
            <a:endParaRPr lang="en-US" sz="1100" dirty="0"/>
          </a:p>
        </p:txBody>
      </p:sp>
      <p:sp>
        <p:nvSpPr>
          <p:cNvPr id="23" name="Text 23">
            <a:extLst>
              <a:ext uri="{FF2B5EF4-FFF2-40B4-BE49-F238E27FC236}">
                <a16:creationId xmlns:a16="http://schemas.microsoft.com/office/drawing/2014/main" id="{E4B2EB72-A91B-3F0D-FAD8-3DD070AF53B5}"/>
              </a:ext>
            </a:extLst>
          </p:cNvPr>
          <p:cNvSpPr/>
          <p:nvPr/>
        </p:nvSpPr>
        <p:spPr>
          <a:xfrm>
            <a:off x="4830618" y="3338383"/>
            <a:ext cx="3657600"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0A2342"/>
                </a:solidFill>
                <a:latin typeface="Calibri" pitchFamily="34" charset="0"/>
                <a:ea typeface="Calibri" pitchFamily="34" charset="-122"/>
                <a:cs typeface="Calibri" pitchFamily="34" charset="-120"/>
              </a:rPr>
              <a:t>Output is a fully ranked label image. Label 1 = most significant. Inspect the score distribution for a natural elbow.</a:t>
            </a:r>
            <a:endParaRPr lang="en-US" sz="1000" dirty="0"/>
          </a:p>
        </p:txBody>
      </p:sp>
    </p:spTree>
    <p:extLst>
      <p:ext uri="{BB962C8B-B14F-4D97-AF65-F5344CB8AC3E}">
        <p14:creationId xmlns:p14="http://schemas.microsoft.com/office/powerpoint/2010/main" val="621396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ED24B40-A9FE-843B-1B41-9AF1D977DEFE}"/>
              </a:ext>
            </a:extLst>
          </p:cNvPr>
          <p:cNvSpPr>
            <a:spLocks noGrp="1"/>
          </p:cNvSpPr>
          <p:nvPr>
            <p:ph type="title"/>
          </p:nvPr>
        </p:nvSpPr>
        <p:spPr/>
        <p:txBody>
          <a:bodyPr/>
          <a:lstStyle/>
          <a:p>
            <a:r>
              <a:rPr lang="en-US" dirty="0"/>
              <a:t>Pipeline output</a:t>
            </a:r>
          </a:p>
        </p:txBody>
      </p:sp>
      <p:sp>
        <p:nvSpPr>
          <p:cNvPr id="3" name="Slide Number Placeholder 2">
            <a:extLst>
              <a:ext uri="{FF2B5EF4-FFF2-40B4-BE49-F238E27FC236}">
                <a16:creationId xmlns:a16="http://schemas.microsoft.com/office/drawing/2014/main" id="{51C82085-AE84-8462-F0C5-54F323EE39C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sp>
        <p:nvSpPr>
          <p:cNvPr id="8" name="Content Placeholder 7">
            <a:extLst>
              <a:ext uri="{FF2B5EF4-FFF2-40B4-BE49-F238E27FC236}">
                <a16:creationId xmlns:a16="http://schemas.microsoft.com/office/drawing/2014/main" id="{EC6783AA-C616-3718-B830-56712B3CF563}"/>
              </a:ext>
            </a:extLst>
          </p:cNvPr>
          <p:cNvSpPr>
            <a:spLocks noGrp="1"/>
          </p:cNvSpPr>
          <p:nvPr>
            <p:ph sz="quarter" idx="13"/>
          </p:nvPr>
        </p:nvSpPr>
        <p:spPr/>
        <p:txBody>
          <a:bodyPr/>
          <a:lstStyle/>
          <a:p>
            <a:endParaRPr lang="en-US"/>
          </a:p>
        </p:txBody>
      </p:sp>
      <p:sp>
        <p:nvSpPr>
          <p:cNvPr id="9" name="Text Placeholder 8">
            <a:extLst>
              <a:ext uri="{FF2B5EF4-FFF2-40B4-BE49-F238E27FC236}">
                <a16:creationId xmlns:a16="http://schemas.microsoft.com/office/drawing/2014/main" id="{D180BB6E-FAF9-37A2-4171-8851BFF89451}"/>
              </a:ext>
            </a:extLst>
          </p:cNvPr>
          <p:cNvSpPr>
            <a:spLocks noGrp="1"/>
          </p:cNvSpPr>
          <p:nvPr>
            <p:ph type="body" sz="quarter" idx="15"/>
          </p:nvPr>
        </p:nvSpPr>
        <p:spPr/>
        <p:txBody>
          <a:bodyPr/>
          <a:lstStyle/>
          <a:p>
            <a:endParaRPr lang="en-US"/>
          </a:p>
        </p:txBody>
      </p:sp>
      <p:pic>
        <p:nvPicPr>
          <p:cNvPr id="11" name="Picture 10">
            <a:extLst>
              <a:ext uri="{FF2B5EF4-FFF2-40B4-BE49-F238E27FC236}">
                <a16:creationId xmlns:a16="http://schemas.microsoft.com/office/drawing/2014/main" id="{2EBC68E6-25B6-22AC-9D09-0522B1C09712}"/>
              </a:ext>
            </a:extLst>
          </p:cNvPr>
          <p:cNvPicPr>
            <a:picLocks noChangeAspect="1"/>
          </p:cNvPicPr>
          <p:nvPr/>
        </p:nvPicPr>
        <p:blipFill>
          <a:blip r:embed="rId2"/>
          <a:stretch>
            <a:fillRect/>
          </a:stretch>
        </p:blipFill>
        <p:spPr>
          <a:xfrm>
            <a:off x="1305406" y="773826"/>
            <a:ext cx="6346812" cy="3877604"/>
          </a:xfrm>
          <a:prstGeom prst="rect">
            <a:avLst/>
          </a:prstGeom>
        </p:spPr>
      </p:pic>
    </p:spTree>
    <p:extLst>
      <p:ext uri="{BB962C8B-B14F-4D97-AF65-F5344CB8AC3E}">
        <p14:creationId xmlns:p14="http://schemas.microsoft.com/office/powerpoint/2010/main" val="1552413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D4BA0-2128-8D9A-FD6C-F70CF210409B}"/>
              </a:ext>
            </a:extLst>
          </p:cNvPr>
          <p:cNvSpPr>
            <a:spLocks noGrp="1"/>
          </p:cNvSpPr>
          <p:nvPr>
            <p:ph type="title"/>
          </p:nvPr>
        </p:nvSpPr>
        <p:spPr/>
        <p:txBody>
          <a:bodyPr/>
          <a:lstStyle/>
          <a:p>
            <a:r>
              <a:rPr lang="en-US" dirty="0"/>
              <a:t>Key takeaways</a:t>
            </a:r>
          </a:p>
        </p:txBody>
      </p:sp>
      <p:sp>
        <p:nvSpPr>
          <p:cNvPr id="3" name="Slide Number Placeholder 2">
            <a:extLst>
              <a:ext uri="{FF2B5EF4-FFF2-40B4-BE49-F238E27FC236}">
                <a16:creationId xmlns:a16="http://schemas.microsoft.com/office/drawing/2014/main" id="{94DE0D44-3EC1-B937-E9B7-A8AB5B18B48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sp>
        <p:nvSpPr>
          <p:cNvPr id="4" name="Content Placeholder 3">
            <a:extLst>
              <a:ext uri="{FF2B5EF4-FFF2-40B4-BE49-F238E27FC236}">
                <a16:creationId xmlns:a16="http://schemas.microsoft.com/office/drawing/2014/main" id="{2D18A406-F244-C7A3-1BFC-1F90C7EF373E}"/>
              </a:ext>
            </a:extLst>
          </p:cNvPr>
          <p:cNvSpPr>
            <a:spLocks noGrp="1"/>
          </p:cNvSpPr>
          <p:nvPr>
            <p:ph sz="quarter" idx="13"/>
          </p:nvPr>
        </p:nvSpPr>
        <p:spPr/>
        <p:txBody>
          <a:bodyPr/>
          <a:lstStyle/>
          <a:p>
            <a:endParaRPr lang="en-US" dirty="0"/>
          </a:p>
        </p:txBody>
      </p:sp>
      <p:sp>
        <p:nvSpPr>
          <p:cNvPr id="5" name="Text Placeholder 4">
            <a:extLst>
              <a:ext uri="{FF2B5EF4-FFF2-40B4-BE49-F238E27FC236}">
                <a16:creationId xmlns:a16="http://schemas.microsoft.com/office/drawing/2014/main" id="{C0CEA94C-420B-FEB6-59DA-321B4AFEB438}"/>
              </a:ext>
            </a:extLst>
          </p:cNvPr>
          <p:cNvSpPr>
            <a:spLocks noGrp="1"/>
          </p:cNvSpPr>
          <p:nvPr>
            <p:ph type="body" sz="quarter" idx="15"/>
          </p:nvPr>
        </p:nvSpPr>
        <p:spPr/>
        <p:txBody>
          <a:bodyPr/>
          <a:lstStyle/>
          <a:p>
            <a:endParaRPr lang="en-US"/>
          </a:p>
        </p:txBody>
      </p:sp>
      <p:sp>
        <p:nvSpPr>
          <p:cNvPr id="6" name="Shape 3">
            <a:extLst>
              <a:ext uri="{FF2B5EF4-FFF2-40B4-BE49-F238E27FC236}">
                <a16:creationId xmlns:a16="http://schemas.microsoft.com/office/drawing/2014/main" id="{267D08ED-2F30-C6A7-FDFA-12FAEB2B068C}"/>
              </a:ext>
            </a:extLst>
          </p:cNvPr>
          <p:cNvSpPr/>
          <p:nvPr/>
        </p:nvSpPr>
        <p:spPr>
          <a:xfrm>
            <a:off x="291785" y="823979"/>
            <a:ext cx="7466759" cy="658368"/>
          </a:xfrm>
          <a:prstGeom prst="rect">
            <a:avLst/>
          </a:prstGeom>
          <a:solidFill>
            <a:srgbClr val="FFFFFF">
              <a:alpha val="8000"/>
            </a:srgbClr>
          </a:solidFill>
          <a:ln w="12700">
            <a:solidFill>
              <a:srgbClr val="14BDAC">
                <a:alpha val="40000"/>
              </a:srgbClr>
            </a:solidFill>
            <a:prstDash val="solid"/>
          </a:ln>
        </p:spPr>
        <p:txBody>
          <a:bodyPr/>
          <a:lstStyle/>
          <a:p>
            <a:endParaRPr lang="en-US"/>
          </a:p>
        </p:txBody>
      </p:sp>
      <p:sp>
        <p:nvSpPr>
          <p:cNvPr id="7" name="Shape 4">
            <a:extLst>
              <a:ext uri="{FF2B5EF4-FFF2-40B4-BE49-F238E27FC236}">
                <a16:creationId xmlns:a16="http://schemas.microsoft.com/office/drawing/2014/main" id="{06FA8BAA-EF68-C202-E268-FBC902201E04}"/>
              </a:ext>
            </a:extLst>
          </p:cNvPr>
          <p:cNvSpPr/>
          <p:nvPr/>
        </p:nvSpPr>
        <p:spPr>
          <a:xfrm>
            <a:off x="291786" y="823979"/>
            <a:ext cx="64008" cy="658368"/>
          </a:xfrm>
          <a:prstGeom prst="rect">
            <a:avLst/>
          </a:prstGeom>
          <a:solidFill>
            <a:srgbClr val="14BDAC"/>
          </a:solidFill>
          <a:ln w="12700">
            <a:solidFill>
              <a:srgbClr val="14BDAC"/>
            </a:solidFill>
            <a:prstDash val="solid"/>
          </a:ln>
        </p:spPr>
        <p:txBody>
          <a:bodyPr/>
          <a:lstStyle/>
          <a:p>
            <a:endParaRPr lang="en-US"/>
          </a:p>
        </p:txBody>
      </p:sp>
      <p:sp>
        <p:nvSpPr>
          <p:cNvPr id="8" name="Text 5">
            <a:extLst>
              <a:ext uri="{FF2B5EF4-FFF2-40B4-BE49-F238E27FC236}">
                <a16:creationId xmlns:a16="http://schemas.microsoft.com/office/drawing/2014/main" id="{5D6C2B79-8C96-11D1-9C51-FD84EE90C06C}"/>
              </a:ext>
            </a:extLst>
          </p:cNvPr>
          <p:cNvSpPr/>
          <p:nvPr/>
        </p:nvSpPr>
        <p:spPr>
          <a:xfrm>
            <a:off x="474666" y="887987"/>
            <a:ext cx="210312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dirty="0">
                <a:latin typeface="Trebuchet MS" pitchFamily="34" charset="0"/>
                <a:ea typeface="Trebuchet MS" pitchFamily="34" charset="-122"/>
                <a:cs typeface="Trebuchet MS" pitchFamily="34" charset="-120"/>
              </a:rPr>
              <a:t>No free parameters</a:t>
            </a:r>
            <a:endParaRPr lang="en-US" sz="1200" dirty="0"/>
          </a:p>
        </p:txBody>
      </p:sp>
      <p:sp>
        <p:nvSpPr>
          <p:cNvPr id="9" name="Text 6">
            <a:extLst>
              <a:ext uri="{FF2B5EF4-FFF2-40B4-BE49-F238E27FC236}">
                <a16:creationId xmlns:a16="http://schemas.microsoft.com/office/drawing/2014/main" id="{0E310A7D-5811-3096-090A-536AA1F45F5B}"/>
              </a:ext>
            </a:extLst>
          </p:cNvPr>
          <p:cNvSpPr/>
          <p:nvPr/>
        </p:nvSpPr>
        <p:spPr>
          <a:xfrm>
            <a:off x="474666" y="1144019"/>
            <a:ext cx="5897880" cy="2926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latin typeface="Calibri" pitchFamily="34" charset="0"/>
                <a:ea typeface="Calibri" pitchFamily="34" charset="-122"/>
                <a:cs typeface="Calibri" pitchFamily="34" charset="-120"/>
              </a:rPr>
              <a:t>Cell scale, neighborhood radius, and background sigma are all derived from the data via LoG scale-space.</a:t>
            </a:r>
            <a:endParaRPr lang="en-US" sz="1000" dirty="0"/>
          </a:p>
        </p:txBody>
      </p:sp>
      <p:sp>
        <p:nvSpPr>
          <p:cNvPr id="10" name="Shape 7">
            <a:extLst>
              <a:ext uri="{FF2B5EF4-FFF2-40B4-BE49-F238E27FC236}">
                <a16:creationId xmlns:a16="http://schemas.microsoft.com/office/drawing/2014/main" id="{B5605F8E-6A97-2800-9043-6E8160F206E7}"/>
              </a:ext>
            </a:extLst>
          </p:cNvPr>
          <p:cNvSpPr/>
          <p:nvPr/>
        </p:nvSpPr>
        <p:spPr>
          <a:xfrm>
            <a:off x="291786" y="1582931"/>
            <a:ext cx="7466758" cy="658368"/>
          </a:xfrm>
          <a:prstGeom prst="rect">
            <a:avLst/>
          </a:prstGeom>
          <a:solidFill>
            <a:srgbClr val="FFFFFF">
              <a:alpha val="8000"/>
            </a:srgbClr>
          </a:solidFill>
          <a:ln w="12700">
            <a:solidFill>
              <a:srgbClr val="14BDAC">
                <a:alpha val="40000"/>
              </a:srgbClr>
            </a:solidFill>
            <a:prstDash val="solid"/>
          </a:ln>
        </p:spPr>
        <p:txBody>
          <a:bodyPr/>
          <a:lstStyle/>
          <a:p>
            <a:endParaRPr lang="en-US"/>
          </a:p>
        </p:txBody>
      </p:sp>
      <p:sp>
        <p:nvSpPr>
          <p:cNvPr id="11" name="Shape 8">
            <a:extLst>
              <a:ext uri="{FF2B5EF4-FFF2-40B4-BE49-F238E27FC236}">
                <a16:creationId xmlns:a16="http://schemas.microsoft.com/office/drawing/2014/main" id="{80F98E2C-D01D-8D0F-805C-F8F22304612D}"/>
              </a:ext>
            </a:extLst>
          </p:cNvPr>
          <p:cNvSpPr/>
          <p:nvPr/>
        </p:nvSpPr>
        <p:spPr>
          <a:xfrm>
            <a:off x="291786" y="1582931"/>
            <a:ext cx="64008" cy="658368"/>
          </a:xfrm>
          <a:prstGeom prst="rect">
            <a:avLst/>
          </a:prstGeom>
          <a:solidFill>
            <a:srgbClr val="14BDAC"/>
          </a:solidFill>
          <a:ln w="12700">
            <a:solidFill>
              <a:srgbClr val="14BDAC"/>
            </a:solidFill>
            <a:prstDash val="solid"/>
          </a:ln>
        </p:spPr>
        <p:txBody>
          <a:bodyPr/>
          <a:lstStyle/>
          <a:p>
            <a:endParaRPr lang="en-US"/>
          </a:p>
        </p:txBody>
      </p:sp>
      <p:sp>
        <p:nvSpPr>
          <p:cNvPr id="12" name="Text 9">
            <a:extLst>
              <a:ext uri="{FF2B5EF4-FFF2-40B4-BE49-F238E27FC236}">
                <a16:creationId xmlns:a16="http://schemas.microsoft.com/office/drawing/2014/main" id="{D4E6F2A6-6FD4-B0D0-E76D-78DA71989A60}"/>
              </a:ext>
            </a:extLst>
          </p:cNvPr>
          <p:cNvSpPr/>
          <p:nvPr/>
        </p:nvSpPr>
        <p:spPr>
          <a:xfrm>
            <a:off x="474666" y="1646939"/>
            <a:ext cx="210312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dirty="0">
                <a:latin typeface="Trebuchet MS" pitchFamily="34" charset="0"/>
                <a:ea typeface="Trebuchet MS" pitchFamily="34" charset="-122"/>
                <a:cs typeface="Trebuchet MS" pitchFamily="34" charset="-120"/>
              </a:rPr>
              <a:t>No thresholds</a:t>
            </a:r>
            <a:endParaRPr lang="en-US" sz="1200" dirty="0"/>
          </a:p>
        </p:txBody>
      </p:sp>
      <p:sp>
        <p:nvSpPr>
          <p:cNvPr id="13" name="Text 10">
            <a:extLst>
              <a:ext uri="{FF2B5EF4-FFF2-40B4-BE49-F238E27FC236}">
                <a16:creationId xmlns:a16="http://schemas.microsoft.com/office/drawing/2014/main" id="{637FB1EF-6EA8-9767-3E7A-C4C995021BE2}"/>
              </a:ext>
            </a:extLst>
          </p:cNvPr>
          <p:cNvSpPr/>
          <p:nvPr/>
        </p:nvSpPr>
        <p:spPr>
          <a:xfrm>
            <a:off x="474666" y="1902971"/>
            <a:ext cx="5897880" cy="2926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latin typeface="Calibri" pitchFamily="34" charset="0"/>
                <a:ea typeface="Calibri" pitchFamily="34" charset="-122"/>
                <a:cs typeface="Calibri" pitchFamily="34" charset="-120"/>
              </a:rPr>
              <a:t>All basins are ranked by score. The user inspects the score distribution for a natural elbow — nothing is hard-cut.</a:t>
            </a:r>
            <a:endParaRPr lang="en-US" sz="1000" dirty="0"/>
          </a:p>
        </p:txBody>
      </p:sp>
      <p:sp>
        <p:nvSpPr>
          <p:cNvPr id="14" name="Shape 11">
            <a:extLst>
              <a:ext uri="{FF2B5EF4-FFF2-40B4-BE49-F238E27FC236}">
                <a16:creationId xmlns:a16="http://schemas.microsoft.com/office/drawing/2014/main" id="{FAA12B42-5F10-C7D5-9E17-4CA6BFD86CFA}"/>
              </a:ext>
            </a:extLst>
          </p:cNvPr>
          <p:cNvSpPr/>
          <p:nvPr/>
        </p:nvSpPr>
        <p:spPr>
          <a:xfrm>
            <a:off x="291786" y="2341883"/>
            <a:ext cx="7466758" cy="658368"/>
          </a:xfrm>
          <a:prstGeom prst="rect">
            <a:avLst/>
          </a:prstGeom>
          <a:solidFill>
            <a:srgbClr val="FFFFFF">
              <a:alpha val="8000"/>
            </a:srgbClr>
          </a:solidFill>
          <a:ln w="12700">
            <a:solidFill>
              <a:srgbClr val="14BDAC">
                <a:alpha val="40000"/>
              </a:srgbClr>
            </a:solidFill>
            <a:prstDash val="solid"/>
          </a:ln>
        </p:spPr>
        <p:txBody>
          <a:bodyPr/>
          <a:lstStyle/>
          <a:p>
            <a:endParaRPr lang="en-US"/>
          </a:p>
        </p:txBody>
      </p:sp>
      <p:sp>
        <p:nvSpPr>
          <p:cNvPr id="15" name="Shape 12">
            <a:extLst>
              <a:ext uri="{FF2B5EF4-FFF2-40B4-BE49-F238E27FC236}">
                <a16:creationId xmlns:a16="http://schemas.microsoft.com/office/drawing/2014/main" id="{516B4B0F-509D-D6C0-6508-548E86B9BB3E}"/>
              </a:ext>
            </a:extLst>
          </p:cNvPr>
          <p:cNvSpPr/>
          <p:nvPr/>
        </p:nvSpPr>
        <p:spPr>
          <a:xfrm>
            <a:off x="291786" y="2341883"/>
            <a:ext cx="64008" cy="658368"/>
          </a:xfrm>
          <a:prstGeom prst="rect">
            <a:avLst/>
          </a:prstGeom>
          <a:solidFill>
            <a:srgbClr val="14BDAC"/>
          </a:solidFill>
          <a:ln w="12700">
            <a:solidFill>
              <a:srgbClr val="14BDAC"/>
            </a:solidFill>
            <a:prstDash val="solid"/>
          </a:ln>
        </p:spPr>
        <p:txBody>
          <a:bodyPr/>
          <a:lstStyle/>
          <a:p>
            <a:endParaRPr lang="en-US"/>
          </a:p>
        </p:txBody>
      </p:sp>
      <p:sp>
        <p:nvSpPr>
          <p:cNvPr id="16" name="Text 13">
            <a:extLst>
              <a:ext uri="{FF2B5EF4-FFF2-40B4-BE49-F238E27FC236}">
                <a16:creationId xmlns:a16="http://schemas.microsoft.com/office/drawing/2014/main" id="{EBBA8AD6-CF19-E677-AA50-76227084E9C4}"/>
              </a:ext>
            </a:extLst>
          </p:cNvPr>
          <p:cNvSpPr/>
          <p:nvPr/>
        </p:nvSpPr>
        <p:spPr>
          <a:xfrm>
            <a:off x="474666" y="2405891"/>
            <a:ext cx="210312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dirty="0">
                <a:latin typeface="Trebuchet MS" pitchFamily="34" charset="0"/>
                <a:ea typeface="Trebuchet MS" pitchFamily="34" charset="-122"/>
                <a:cs typeface="Trebuchet MS" pitchFamily="34" charset="-120"/>
              </a:rPr>
              <a:t>Saturation-free</a:t>
            </a:r>
            <a:endParaRPr lang="en-US" sz="1200" dirty="0"/>
          </a:p>
        </p:txBody>
      </p:sp>
      <p:sp>
        <p:nvSpPr>
          <p:cNvPr id="17" name="Text 14">
            <a:extLst>
              <a:ext uri="{FF2B5EF4-FFF2-40B4-BE49-F238E27FC236}">
                <a16:creationId xmlns:a16="http://schemas.microsoft.com/office/drawing/2014/main" id="{E14530C2-43F5-460D-83DC-1355A9C9B4F1}"/>
              </a:ext>
            </a:extLst>
          </p:cNvPr>
          <p:cNvSpPr/>
          <p:nvPr/>
        </p:nvSpPr>
        <p:spPr>
          <a:xfrm>
            <a:off x="474665" y="2661923"/>
            <a:ext cx="7228461" cy="2926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latin typeface="Calibri" pitchFamily="34" charset="0"/>
                <a:ea typeface="Calibri" pitchFamily="34" charset="-122"/>
                <a:cs typeface="Calibri" pitchFamily="34" charset="-120"/>
              </a:rPr>
              <a:t>Stouffer combination in z-score space never computes a p-value, avoiding the CDF saturation that breaks Fisher's method on strong signals.</a:t>
            </a:r>
            <a:endParaRPr lang="en-US" sz="1000" dirty="0"/>
          </a:p>
        </p:txBody>
      </p:sp>
      <p:sp>
        <p:nvSpPr>
          <p:cNvPr id="18" name="Shape 15">
            <a:extLst>
              <a:ext uri="{FF2B5EF4-FFF2-40B4-BE49-F238E27FC236}">
                <a16:creationId xmlns:a16="http://schemas.microsoft.com/office/drawing/2014/main" id="{5B8762E8-56B1-BF80-4892-65C34BBD230D}"/>
              </a:ext>
            </a:extLst>
          </p:cNvPr>
          <p:cNvSpPr/>
          <p:nvPr/>
        </p:nvSpPr>
        <p:spPr>
          <a:xfrm>
            <a:off x="291786" y="3100835"/>
            <a:ext cx="7466758" cy="658368"/>
          </a:xfrm>
          <a:prstGeom prst="rect">
            <a:avLst/>
          </a:prstGeom>
          <a:solidFill>
            <a:srgbClr val="FFFFFF">
              <a:alpha val="8000"/>
            </a:srgbClr>
          </a:solidFill>
          <a:ln w="12700">
            <a:solidFill>
              <a:srgbClr val="14BDAC">
                <a:alpha val="40000"/>
              </a:srgbClr>
            </a:solidFill>
            <a:prstDash val="solid"/>
          </a:ln>
        </p:spPr>
        <p:txBody>
          <a:bodyPr/>
          <a:lstStyle/>
          <a:p>
            <a:endParaRPr lang="en-US"/>
          </a:p>
        </p:txBody>
      </p:sp>
      <p:sp>
        <p:nvSpPr>
          <p:cNvPr id="19" name="Shape 16">
            <a:extLst>
              <a:ext uri="{FF2B5EF4-FFF2-40B4-BE49-F238E27FC236}">
                <a16:creationId xmlns:a16="http://schemas.microsoft.com/office/drawing/2014/main" id="{1BE0D9B6-CC1A-FB58-5F4A-4081B9801EA9}"/>
              </a:ext>
            </a:extLst>
          </p:cNvPr>
          <p:cNvSpPr/>
          <p:nvPr/>
        </p:nvSpPr>
        <p:spPr>
          <a:xfrm>
            <a:off x="291786" y="3100835"/>
            <a:ext cx="64008" cy="658368"/>
          </a:xfrm>
          <a:prstGeom prst="rect">
            <a:avLst/>
          </a:prstGeom>
          <a:solidFill>
            <a:srgbClr val="14BDAC"/>
          </a:solidFill>
          <a:ln w="12700">
            <a:solidFill>
              <a:srgbClr val="14BDAC"/>
            </a:solidFill>
            <a:prstDash val="solid"/>
          </a:ln>
        </p:spPr>
        <p:txBody>
          <a:bodyPr/>
          <a:lstStyle/>
          <a:p>
            <a:endParaRPr lang="en-US"/>
          </a:p>
        </p:txBody>
      </p:sp>
      <p:sp>
        <p:nvSpPr>
          <p:cNvPr id="20" name="Text 17">
            <a:extLst>
              <a:ext uri="{FF2B5EF4-FFF2-40B4-BE49-F238E27FC236}">
                <a16:creationId xmlns:a16="http://schemas.microsoft.com/office/drawing/2014/main" id="{91D78C35-E6C0-B400-8369-4E43CE3A85BD}"/>
              </a:ext>
            </a:extLst>
          </p:cNvPr>
          <p:cNvSpPr/>
          <p:nvPr/>
        </p:nvSpPr>
        <p:spPr>
          <a:xfrm>
            <a:off x="474666" y="3164843"/>
            <a:ext cx="210312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dirty="0">
                <a:latin typeface="Trebuchet MS" pitchFamily="34" charset="0"/>
                <a:ea typeface="Trebuchet MS" pitchFamily="34" charset="-122"/>
                <a:cs typeface="Trebuchet MS" pitchFamily="34" charset="-120"/>
              </a:rPr>
              <a:t>Orthogonal evidence</a:t>
            </a:r>
            <a:endParaRPr lang="en-US" sz="1200" dirty="0"/>
          </a:p>
        </p:txBody>
      </p:sp>
      <p:sp>
        <p:nvSpPr>
          <p:cNvPr id="21" name="Text 18">
            <a:extLst>
              <a:ext uri="{FF2B5EF4-FFF2-40B4-BE49-F238E27FC236}">
                <a16:creationId xmlns:a16="http://schemas.microsoft.com/office/drawing/2014/main" id="{DA98DF9F-E644-F1F7-8EE6-24C2D7E8D85B}"/>
              </a:ext>
            </a:extLst>
          </p:cNvPr>
          <p:cNvSpPr/>
          <p:nvPr/>
        </p:nvSpPr>
        <p:spPr>
          <a:xfrm>
            <a:off x="474666" y="3420875"/>
            <a:ext cx="6988316" cy="2926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latin typeface="Calibri" pitchFamily="34" charset="0"/>
                <a:ea typeface="Calibri" pitchFamily="34" charset="-122"/>
                <a:cs typeface="Calibri" pitchFamily="34" charset="-120"/>
              </a:rPr>
              <a:t>Spectral (frequency-domain, single-pixel) and spatial (time-domain, cross-pixel) scores measure independent properties of the data.</a:t>
            </a:r>
            <a:endParaRPr lang="en-US" sz="1000" dirty="0"/>
          </a:p>
        </p:txBody>
      </p:sp>
      <p:sp>
        <p:nvSpPr>
          <p:cNvPr id="22" name="Shape 19">
            <a:extLst>
              <a:ext uri="{FF2B5EF4-FFF2-40B4-BE49-F238E27FC236}">
                <a16:creationId xmlns:a16="http://schemas.microsoft.com/office/drawing/2014/main" id="{31C03340-73BA-AFA1-CE38-8208EBE51422}"/>
              </a:ext>
            </a:extLst>
          </p:cNvPr>
          <p:cNvSpPr/>
          <p:nvPr/>
        </p:nvSpPr>
        <p:spPr>
          <a:xfrm>
            <a:off x="291786" y="3859787"/>
            <a:ext cx="7466758" cy="658368"/>
          </a:xfrm>
          <a:prstGeom prst="rect">
            <a:avLst/>
          </a:prstGeom>
          <a:solidFill>
            <a:srgbClr val="FFFFFF">
              <a:alpha val="8000"/>
            </a:srgbClr>
          </a:solidFill>
          <a:ln w="12700">
            <a:solidFill>
              <a:srgbClr val="14BDAC">
                <a:alpha val="40000"/>
              </a:srgbClr>
            </a:solidFill>
            <a:prstDash val="solid"/>
          </a:ln>
        </p:spPr>
        <p:txBody>
          <a:bodyPr/>
          <a:lstStyle/>
          <a:p>
            <a:endParaRPr lang="en-US"/>
          </a:p>
        </p:txBody>
      </p:sp>
      <p:sp>
        <p:nvSpPr>
          <p:cNvPr id="23" name="Shape 20">
            <a:extLst>
              <a:ext uri="{FF2B5EF4-FFF2-40B4-BE49-F238E27FC236}">
                <a16:creationId xmlns:a16="http://schemas.microsoft.com/office/drawing/2014/main" id="{605DD3A2-71A7-521F-FE45-84D8F26779C1}"/>
              </a:ext>
            </a:extLst>
          </p:cNvPr>
          <p:cNvSpPr/>
          <p:nvPr/>
        </p:nvSpPr>
        <p:spPr>
          <a:xfrm>
            <a:off x="291786" y="3859787"/>
            <a:ext cx="64008" cy="658368"/>
          </a:xfrm>
          <a:prstGeom prst="rect">
            <a:avLst/>
          </a:prstGeom>
          <a:solidFill>
            <a:srgbClr val="14BDAC"/>
          </a:solidFill>
          <a:ln w="12700">
            <a:solidFill>
              <a:srgbClr val="14BDAC"/>
            </a:solidFill>
            <a:prstDash val="solid"/>
          </a:ln>
        </p:spPr>
        <p:txBody>
          <a:bodyPr/>
          <a:lstStyle/>
          <a:p>
            <a:endParaRPr lang="en-US"/>
          </a:p>
        </p:txBody>
      </p:sp>
      <p:sp>
        <p:nvSpPr>
          <p:cNvPr id="24" name="Text 21">
            <a:extLst>
              <a:ext uri="{FF2B5EF4-FFF2-40B4-BE49-F238E27FC236}">
                <a16:creationId xmlns:a16="http://schemas.microsoft.com/office/drawing/2014/main" id="{16604403-8A87-6F19-ED6F-0893DD954E08}"/>
              </a:ext>
            </a:extLst>
          </p:cNvPr>
          <p:cNvSpPr/>
          <p:nvPr/>
        </p:nvSpPr>
        <p:spPr>
          <a:xfrm>
            <a:off x="474666" y="3923795"/>
            <a:ext cx="210312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dirty="0">
                <a:latin typeface="Trebuchet MS" pitchFamily="34" charset="0"/>
                <a:ea typeface="Trebuchet MS" pitchFamily="34" charset="-122"/>
                <a:cs typeface="Trebuchet MS" pitchFamily="34" charset="-120"/>
              </a:rPr>
              <a:t>Background-corrected</a:t>
            </a:r>
            <a:endParaRPr lang="en-US" sz="1200" dirty="0"/>
          </a:p>
        </p:txBody>
      </p:sp>
      <p:sp>
        <p:nvSpPr>
          <p:cNvPr id="25" name="Text 22">
            <a:extLst>
              <a:ext uri="{FF2B5EF4-FFF2-40B4-BE49-F238E27FC236}">
                <a16:creationId xmlns:a16="http://schemas.microsoft.com/office/drawing/2014/main" id="{32995565-4C07-2524-5D62-1B73BBDAA053}"/>
              </a:ext>
            </a:extLst>
          </p:cNvPr>
          <p:cNvSpPr/>
          <p:nvPr/>
        </p:nvSpPr>
        <p:spPr>
          <a:xfrm>
            <a:off x="474666" y="4179827"/>
            <a:ext cx="7049892" cy="2926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latin typeface="Calibri" pitchFamily="34" charset="0"/>
                <a:ea typeface="Calibri" pitchFamily="34" charset="-122"/>
                <a:cs typeface="Calibri" pitchFamily="34" charset="-120"/>
              </a:rPr>
              <a:t>Large-Gaussian local background subtraction removes scene-wide illumination gradients from the spectral score before any comparison.</a:t>
            </a:r>
            <a:endParaRPr lang="en-US" sz="1000" dirty="0"/>
          </a:p>
        </p:txBody>
      </p:sp>
    </p:spTree>
    <p:extLst>
      <p:ext uri="{BB962C8B-B14F-4D97-AF65-F5344CB8AC3E}">
        <p14:creationId xmlns:p14="http://schemas.microsoft.com/office/powerpoint/2010/main" val="1610200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E44CB-DBF2-8DB0-2402-2C474FBD9B2B}"/>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9CB2E3D4-CF40-B589-9D3F-EB019C2492F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
        <p:nvSpPr>
          <p:cNvPr id="5" name="Text Placeholder 4">
            <a:extLst>
              <a:ext uri="{FF2B5EF4-FFF2-40B4-BE49-F238E27FC236}">
                <a16:creationId xmlns:a16="http://schemas.microsoft.com/office/drawing/2014/main" id="{F84C554E-0F1F-0E99-6866-63830FB7401C}"/>
              </a:ext>
            </a:extLst>
          </p:cNvPr>
          <p:cNvSpPr>
            <a:spLocks noGrp="1"/>
          </p:cNvSpPr>
          <p:nvPr>
            <p:ph type="body" sz="quarter" idx="15"/>
          </p:nvPr>
        </p:nvSpPr>
        <p:spPr/>
        <p:txBody>
          <a:bodyPr/>
          <a:lstStyle/>
          <a:p>
            <a:endParaRPr lang="en-US"/>
          </a:p>
        </p:txBody>
      </p:sp>
      <p:sp>
        <p:nvSpPr>
          <p:cNvPr id="6" name="Rectangle 1">
            <a:extLst>
              <a:ext uri="{FF2B5EF4-FFF2-40B4-BE49-F238E27FC236}">
                <a16:creationId xmlns:a16="http://schemas.microsoft.com/office/drawing/2014/main" id="{E2C2AAB7-65DD-1540-95DA-C7DB9EE1A501}"/>
              </a:ext>
            </a:extLst>
          </p:cNvPr>
          <p:cNvSpPr>
            <a:spLocks noGrp="1" noChangeArrowheads="1"/>
          </p:cNvSpPr>
          <p:nvPr>
            <p:ph sz="quarter" idx="13"/>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rPr>
              <a:t>Full citation list:</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a:ln>
                  <a:noFill/>
                </a:ln>
                <a:solidFill>
                  <a:schemeClr val="tx1"/>
                </a:solidFill>
                <a:effectLst/>
                <a:latin typeface="Arial" panose="020B0604020202020204" pitchFamily="34" charset="0"/>
              </a:rPr>
              <a:t>Scheefhals N et al. "SpecSeg segments neurons and neurites in chronic calcium imaging datasets based on low-frequency cross-spectral power." </a:t>
            </a:r>
            <a:r>
              <a:rPr kumimoji="0" lang="en-US" altLang="en-US" sz="1800" b="0" i="1" u="none" strike="noStrike" cap="none" normalizeH="0" baseline="0">
                <a:ln>
                  <a:noFill/>
                </a:ln>
                <a:solidFill>
                  <a:schemeClr val="tx1"/>
                </a:solidFill>
                <a:effectLst/>
                <a:latin typeface="Arial" panose="020B0604020202020204" pitchFamily="34" charset="0"/>
              </a:rPr>
              <a:t>Cell Reports Methods</a:t>
            </a:r>
            <a:r>
              <a:rPr kumimoji="0" lang="en-US" altLang="en-US" sz="1800" b="0" i="0" u="none" strike="noStrike" cap="none" normalizeH="0" baseline="0">
                <a:ln>
                  <a:noFill/>
                </a:ln>
                <a:solidFill>
                  <a:schemeClr val="tx1"/>
                </a:solidFill>
                <a:effectLst/>
                <a:latin typeface="Arial" panose="020B0604020202020204" pitchFamily="34" charset="0"/>
              </a:rPr>
              <a:t> 2(10), 2022.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a:ln>
                  <a:noFill/>
                </a:ln>
                <a:solidFill>
                  <a:schemeClr val="tx1"/>
                </a:solidFill>
                <a:effectLst/>
                <a:latin typeface="Arial" panose="020B0604020202020204" pitchFamily="34" charset="0"/>
              </a:rPr>
              <a:t>Jiang Z et al. "A Preprocessing Toolbox for 2-Photon Subcellular Calcium Imaging." </a:t>
            </a:r>
            <a:r>
              <a:rPr kumimoji="0" lang="en-US" altLang="en-US" sz="1800" b="0" i="1" u="none" strike="noStrike" cap="none" normalizeH="0" baseline="0">
                <a:ln>
                  <a:noFill/>
                </a:ln>
                <a:solidFill>
                  <a:schemeClr val="tx1"/>
                </a:solidFill>
                <a:effectLst/>
                <a:latin typeface="Arial" panose="020B0604020202020204" pitchFamily="34" charset="0"/>
              </a:rPr>
              <a:t>eNeuro</a:t>
            </a:r>
            <a:r>
              <a:rPr kumimoji="0" lang="en-US" altLang="en-US" sz="1800" b="0" i="0" u="none" strike="noStrike" cap="none" normalizeH="0" baseline="0">
                <a:ln>
                  <a:noFill/>
                </a:ln>
                <a:solidFill>
                  <a:schemeClr val="tx1"/>
                </a:solidFill>
                <a:effectLst/>
                <a:latin typeface="Arial" panose="020B0604020202020204" pitchFamily="34" charset="0"/>
              </a:rPr>
              <a:t> 12(5), 2025.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a:ln>
                  <a:noFill/>
                </a:ln>
                <a:solidFill>
                  <a:schemeClr val="tx1"/>
                </a:solidFill>
                <a:effectLst/>
                <a:latin typeface="Arial" panose="020B0604020202020204" pitchFamily="34" charset="0"/>
              </a:rPr>
              <a:t>Pachitariu M et al. "Suite2p: beyond 10,000 neurons with standard two-photon microscopy." </a:t>
            </a:r>
            <a:r>
              <a:rPr kumimoji="0" lang="en-US" altLang="en-US" sz="1800" b="0" i="1" u="none" strike="noStrike" cap="none" normalizeH="0" baseline="0">
                <a:ln>
                  <a:noFill/>
                </a:ln>
                <a:solidFill>
                  <a:schemeClr val="tx1"/>
                </a:solidFill>
                <a:effectLst/>
                <a:latin typeface="Arial" panose="020B0604020202020204" pitchFamily="34" charset="0"/>
              </a:rPr>
              <a:t>bioRxiv</a:t>
            </a:r>
            <a:r>
              <a:rPr kumimoji="0" lang="en-US" altLang="en-US" sz="1800" b="0" i="0" u="none" strike="noStrike" cap="none" normalizeH="0" baseline="0">
                <a:ln>
                  <a:noFill/>
                </a:ln>
                <a:solidFill>
                  <a:schemeClr val="tx1"/>
                </a:solidFill>
                <a:effectLst/>
                <a:latin typeface="Arial" panose="020B0604020202020204" pitchFamily="34" charset="0"/>
              </a:rPr>
              <a:t>, 2017. </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0" i="0" u="none" strike="noStrike" cap="none" normalizeH="0" baseline="0">
                <a:ln>
                  <a:noFill/>
                </a:ln>
                <a:solidFill>
                  <a:schemeClr val="tx1"/>
                </a:solidFill>
                <a:effectLst/>
                <a:latin typeface="Arial" panose="020B0604020202020204" pitchFamily="34" charset="0"/>
              </a:rPr>
              <a:t>Stouffer SA et al. </a:t>
            </a:r>
            <a:r>
              <a:rPr kumimoji="0" lang="en-US" altLang="en-US" sz="1800" b="0" i="1" u="none" strike="noStrike" cap="none" normalizeH="0" baseline="0">
                <a:ln>
                  <a:noFill/>
                </a:ln>
                <a:solidFill>
                  <a:schemeClr val="tx1"/>
                </a:solidFill>
                <a:effectLst/>
                <a:latin typeface="Arial" panose="020B0604020202020204" pitchFamily="34" charset="0"/>
              </a:rPr>
              <a:t>The American Soldier: Adjustment during Army Life</a:t>
            </a:r>
            <a:r>
              <a:rPr kumimoji="0" lang="en-US" altLang="en-US" sz="1800" b="0" i="0" u="none" strike="noStrike" cap="none" normalizeH="0" baseline="0">
                <a:ln>
                  <a:noFill/>
                </a:ln>
                <a:solidFill>
                  <a:schemeClr val="tx1"/>
                </a:solidFill>
                <a:effectLst/>
                <a:latin typeface="Arial" panose="020B0604020202020204" pitchFamily="34" charset="0"/>
              </a:rPr>
              <a:t>. Princeton University Press, 1949. </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800" b="0" i="0" u="none" strike="noStrike" cap="none" normalizeH="0" baseline="0">
                <a:ln>
                  <a:noFill/>
                </a:ln>
                <a:solidFill>
                  <a:schemeClr val="tx1"/>
                </a:solidFill>
                <a:effectLst/>
                <a:latin typeface="Arial" panose="020B0604020202020204" pitchFamily="34" charset="0"/>
              </a:rPr>
              <a:t>Whitlock MC. "Combining probability from independent tests: the weighted Z-method is superior to Fisher's approach." </a:t>
            </a:r>
            <a:r>
              <a:rPr kumimoji="0" lang="en-US" altLang="en-US" sz="1800" b="0" i="1" u="none" strike="noStrike" cap="none" normalizeH="0" baseline="0">
                <a:ln>
                  <a:noFill/>
                </a:ln>
                <a:solidFill>
                  <a:schemeClr val="tx1"/>
                </a:solidFill>
                <a:effectLst/>
                <a:latin typeface="Arial" panose="020B0604020202020204" pitchFamily="34" charset="0"/>
              </a:rPr>
              <a:t>Journal of Evolutionary Biology</a:t>
            </a:r>
            <a:r>
              <a:rPr kumimoji="0" lang="en-US" altLang="en-US" sz="1800" b="0" i="0" u="none" strike="noStrike" cap="none" normalizeH="0" baseline="0">
                <a:ln>
                  <a:noFill/>
                </a:ln>
                <a:solidFill>
                  <a:schemeClr val="tx1"/>
                </a:solidFill>
                <a:effectLst/>
                <a:latin typeface="Arial" panose="020B0604020202020204" pitchFamily="34" charset="0"/>
              </a:rPr>
              <a:t> 18, 2005. </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800" b="0" i="0" u="none" strike="noStrike" cap="none" normalizeH="0" baseline="0">
                <a:ln>
                  <a:noFill/>
                </a:ln>
                <a:solidFill>
                  <a:schemeClr val="tx1"/>
                </a:solidFill>
                <a:effectLst/>
                <a:latin typeface="Arial" panose="020B0604020202020204" pitchFamily="34" charset="0"/>
              </a:rPr>
              <a:t>Winkler AM et al. "Non-parametric combination and related permutation tests for neuroimaging." </a:t>
            </a:r>
            <a:r>
              <a:rPr kumimoji="0" lang="en-US" altLang="en-US" sz="1800" b="0" i="1" u="none" strike="noStrike" cap="none" normalizeH="0" baseline="0">
                <a:ln>
                  <a:noFill/>
                </a:ln>
                <a:solidFill>
                  <a:schemeClr val="tx1"/>
                </a:solidFill>
                <a:effectLst/>
                <a:latin typeface="Arial" panose="020B0604020202020204" pitchFamily="34" charset="0"/>
              </a:rPr>
              <a:t>Human Brain Mapping</a:t>
            </a:r>
            <a:r>
              <a:rPr kumimoji="0" lang="en-US" altLang="en-US" sz="1800" b="0" i="0" u="none" strike="noStrike" cap="none" normalizeH="0" baseline="0">
                <a:ln>
                  <a:noFill/>
                </a:ln>
                <a:solidFill>
                  <a:schemeClr val="tx1"/>
                </a:solidFill>
                <a:effectLst/>
                <a:latin typeface="Arial" panose="020B0604020202020204" pitchFamily="34" charset="0"/>
              </a:rPr>
              <a:t> 37(4), 2016. </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800" b="0" i="0" u="none" strike="noStrike" cap="none" normalizeH="0" baseline="0">
                <a:ln>
                  <a:noFill/>
                </a:ln>
                <a:solidFill>
                  <a:schemeClr val="tx1"/>
                </a:solidFill>
                <a:effectLst/>
                <a:latin typeface="Arial" panose="020B0604020202020204" pitchFamily="34" charset="0"/>
              </a:rPr>
              <a:t>Bragantini J et al. "Split and Merge Watershed: a two-step method for cell segmentation in fluorescence microscopy images." </a:t>
            </a:r>
            <a:r>
              <a:rPr kumimoji="0" lang="en-US" altLang="en-US" sz="1800" b="0" i="1" u="none" strike="noStrike" cap="none" normalizeH="0" baseline="0">
                <a:ln>
                  <a:noFill/>
                </a:ln>
                <a:solidFill>
                  <a:schemeClr val="tx1"/>
                </a:solidFill>
                <a:effectLst/>
                <a:latin typeface="Arial" panose="020B0604020202020204" pitchFamily="34" charset="0"/>
              </a:rPr>
              <a:t>Biomedical Signal Processing and Control</a:t>
            </a:r>
            <a:r>
              <a:rPr kumimoji="0" lang="en-US" altLang="en-US" sz="1800" b="0" i="0" u="none" strike="noStrike" cap="none" normalizeH="0" baseline="0">
                <a:ln>
                  <a:noFill/>
                </a:ln>
                <a:solidFill>
                  <a:schemeClr val="tx1"/>
                </a:solidFill>
                <a:effectLst/>
                <a:latin typeface="Arial" panose="020B0604020202020204" pitchFamily="34" charset="0"/>
              </a:rPr>
              <a:t> 2021. </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04857777"/>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7300BF"/>
      </a:dk2>
      <a:lt2>
        <a:srgbClr val="9C02FA"/>
      </a:lt2>
      <a:accent1>
        <a:srgbClr val="CAA1FF"/>
      </a:accent1>
      <a:accent2>
        <a:srgbClr val="C20CA9"/>
      </a:accent2>
      <a:accent3>
        <a:srgbClr val="FF85FF"/>
      </a:accent3>
      <a:accent4>
        <a:srgbClr val="FEEBFF"/>
      </a:accent4>
      <a:accent5>
        <a:srgbClr val="F51D3F"/>
      </a:accent5>
      <a:accent6>
        <a:srgbClr val="F9788B"/>
      </a:accent6>
      <a:hlink>
        <a:srgbClr val="0097A7"/>
      </a:hlink>
      <a:folHlink>
        <a:srgbClr val="0097A7"/>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22168</TotalTime>
  <Words>996</Words>
  <Application>Microsoft Office PowerPoint</Application>
  <PresentationFormat>On-screen Show (16:9)</PresentationFormat>
  <Paragraphs>117</Paragraphs>
  <Slides>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Aptos</vt:lpstr>
      <vt:lpstr>Arial</vt:lpstr>
      <vt:lpstr>Calibri</vt:lpstr>
      <vt:lpstr>Consolas</vt:lpstr>
      <vt:lpstr>Poppins</vt:lpstr>
      <vt:lpstr>Poppins Medium</vt:lpstr>
      <vt:lpstr>Poppins SemiBold</vt:lpstr>
      <vt:lpstr>Trebuchet MS</vt:lpstr>
      <vt:lpstr>Office Theme</vt:lpstr>
      <vt:lpstr>Parameter-Free ROI Detection</vt:lpstr>
      <vt:lpstr>Overview</vt:lpstr>
      <vt:lpstr>Preprocessing &amp; Scale Estimation</vt:lpstr>
      <vt:lpstr>Spectral Anomaly Score</vt:lpstr>
      <vt:lpstr>Spatial Coherence Score</vt:lpstr>
      <vt:lpstr>Combine &amp; Extract ROI</vt:lpstr>
      <vt:lpstr>Pipeline output</vt:lpstr>
      <vt:lpstr>Key takeaways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Jennifer Grooms</dc:creator>
  <cp:lastModifiedBy>Dana Phillips</cp:lastModifiedBy>
  <cp:revision>128</cp:revision>
  <dcterms:created xsi:type="dcterms:W3CDTF">2025-04-22T21:23:48Z</dcterms:created>
  <dcterms:modified xsi:type="dcterms:W3CDTF">2026-03-16T19:04:47Z</dcterms:modified>
</cp:coreProperties>
</file>